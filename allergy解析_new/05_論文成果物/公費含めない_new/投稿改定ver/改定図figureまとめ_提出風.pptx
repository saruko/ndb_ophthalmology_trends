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60" r:id="rId6"/>
    <p:sldId id="262" r:id="rId8"/>
    <p:sldId id="264" r:id="rId10"/>
    <p:sldId id="266" r:id="rId12"/>
    <p:sldId id="268" r:id="rId14"/>
  </p:sldIdLst>
  <p:sldSz cx="20574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462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Prescription volume
per 100,000 population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12218.903939008887</c:v>
                </c:pt>
                <c:pt idx="1">
                  <c:v>7599.8833616298507</c:v>
                </c:pt>
                <c:pt idx="2">
                  <c:v>6394.3659594985656</c:v>
                </c:pt>
                <c:pt idx="3">
                  <c:v>7765.9423859262897</c:v>
                </c:pt>
                <c:pt idx="4">
                  <c:v>7073.9723642172466</c:v>
                </c:pt>
                <c:pt idx="5">
                  <c:v>6207.5877143733815</c:v>
                </c:pt>
                <c:pt idx="6">
                  <c:v>6199.9129007036827</c:v>
                </c:pt>
                <c:pt idx="7">
                  <c:v>5936.8126910201972</c:v>
                </c:pt>
                <c:pt idx="8">
                  <c:v>4889.6072830930643</c:v>
                </c:pt>
                <c:pt idx="9">
                  <c:v>3811.7708371454646</c:v>
                </c:pt>
                <c:pt idx="10">
                  <c:v>3003.8076734443603</c:v>
                </c:pt>
                <c:pt idx="11">
                  <c:v>3338.0320376913878</c:v>
                </c:pt>
                <c:pt idx="12">
                  <c:v>3804.0640602298372</c:v>
                </c:pt>
                <c:pt idx="13">
                  <c:v>3937.9880847550812</c:v>
                </c:pt>
                <c:pt idx="14">
                  <c:v>3461.410193949705</c:v>
                </c:pt>
                <c:pt idx="15">
                  <c:v>3085.1689878234174</c:v>
                </c:pt>
                <c:pt idx="16">
                  <c:v>4346.0521342456923</c:v>
                </c:pt>
                <c:pt idx="17">
                  <c:v>8261.1361216729856</c:v>
                </c:pt>
                <c:pt idx="18">
                  <c:v>19833.309526089026</c:v>
                </c:pt>
                <c:pt idx="19">
                  <c:v>82036.057977883087</c:v>
                </c:pt>
              </c:numLit>
            </c:plus>
            <c:minus>
              <c:numLit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78531.600000000006</c:v>
                </c:pt>
                <c:pt idx="1">
                  <c:v>322876.3</c:v>
                </c:pt>
                <c:pt idx="2">
                  <c:v>296199.7</c:v>
                </c:pt>
                <c:pt idx="3">
                  <c:v>185645.2</c:v>
                </c:pt>
                <c:pt idx="4">
                  <c:v>81548.600000000006</c:v>
                </c:pt>
                <c:pt idx="5">
                  <c:v>91851</c:v>
                </c:pt>
                <c:pt idx="6">
                  <c:v>112531</c:v>
                </c:pt>
                <c:pt idx="7">
                  <c:v>124264</c:v>
                </c:pt>
                <c:pt idx="8">
                  <c:v>131141</c:v>
                </c:pt>
                <c:pt idx="9">
                  <c:v>130441.2</c:v>
                </c:pt>
                <c:pt idx="10">
                  <c:v>131944.9</c:v>
                </c:pt>
                <c:pt idx="11">
                  <c:v>147843.20000000001</c:v>
                </c:pt>
                <c:pt idx="12">
                  <c:v>165489</c:v>
                </c:pt>
                <c:pt idx="13">
                  <c:v>173079.2</c:v>
                </c:pt>
                <c:pt idx="14">
                  <c:v>184306.8</c:v>
                </c:pt>
                <c:pt idx="15">
                  <c:v>216041.2</c:v>
                </c:pt>
                <c:pt idx="16">
                  <c:v>227574.5</c:v>
                </c:pt>
                <c:pt idx="17">
                  <c:v>198456</c:v>
                </c:pt>
                <c:pt idx="18">
                  <c:v>152909.5</c:v>
                </c:pt>
                <c:pt idx="19">
                  <c:v>104951.1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5B-417B-A3B1-3A8D9CDC5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Volume per 100,000 population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Epinastine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3837.5095298602246</c:v>
                </c:pt>
                <c:pt idx="1">
                  <c:v>1535.3777589134115</c:v>
                </c:pt>
                <c:pt idx="2">
                  <c:v>1183.1243972998636</c:v>
                </c:pt>
                <c:pt idx="3">
                  <c:v>1682.3437786329596</c:v>
                </c:pt>
                <c:pt idx="4">
                  <c:v>1642.3466453674046</c:v>
                </c:pt>
                <c:pt idx="5">
                  <c:v>1363.7214296671154</c:v>
                </c:pt>
                <c:pt idx="6">
                  <c:v>1499.4136043784383</c:v>
                </c:pt>
                <c:pt idx="7">
                  <c:v>1399.4978896812681</c:v>
                </c:pt>
                <c:pt idx="8">
                  <c:v>1164.8020969855861</c:v>
                </c:pt>
                <c:pt idx="9">
                  <c:v>935.84172003659478</c:v>
                </c:pt>
                <c:pt idx="10">
                  <c:v>646.21436599572189</c:v>
                </c:pt>
                <c:pt idx="11">
                  <c:v>883.98115429918107</c:v>
                </c:pt>
                <c:pt idx="12">
                  <c:v>1057.7994980848016</c:v>
                </c:pt>
                <c:pt idx="13">
                  <c:v>994.86791414418258</c:v>
                </c:pt>
                <c:pt idx="14">
                  <c:v>1013.8204440107511</c:v>
                </c:pt>
                <c:pt idx="15">
                  <c:v>830.74961948250711</c:v>
                </c:pt>
                <c:pt idx="16">
                  <c:v>1198.4245682633045</c:v>
                </c:pt>
                <c:pt idx="17">
                  <c:v>2569.3612167300162</c:v>
                </c:pt>
                <c:pt idx="18">
                  <c:v>6460.184298707507</c:v>
                </c:pt>
                <c:pt idx="19">
                  <c:v>24474.214849921009</c:v>
                </c:pt>
              </c:numLit>
            </c:plus>
            <c:minus>
              <c:numLit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55736.920711562903</c:v>
                </c:pt>
                <c:pt idx="1">
                  <c:v>230414.9323005093</c:v>
                </c:pt>
                <c:pt idx="2">
                  <c:v>205898.24705882359</c:v>
                </c:pt>
                <c:pt idx="3">
                  <c:v>132561.0872274143</c:v>
                </c:pt>
                <c:pt idx="4">
                  <c:v>58280.915814696491</c:v>
                </c:pt>
                <c:pt idx="5">
                  <c:v>66031.025818377064</c:v>
                </c:pt>
                <c:pt idx="6">
                  <c:v>78848.643784206404</c:v>
                </c:pt>
                <c:pt idx="7">
                  <c:v>83994.34027070296</c:v>
                </c:pt>
                <c:pt idx="8">
                  <c:v>84577.576146788997</c:v>
                </c:pt>
                <c:pt idx="9">
                  <c:v>80446.540484903933</c:v>
                </c:pt>
                <c:pt idx="10">
                  <c:v>76931.643711045268</c:v>
                </c:pt>
                <c:pt idx="11">
                  <c:v>81777.714605418136</c:v>
                </c:pt>
                <c:pt idx="12">
                  <c:v>87201.147272487127</c:v>
                </c:pt>
                <c:pt idx="13">
                  <c:v>86385.586268574581</c:v>
                </c:pt>
                <c:pt idx="14">
                  <c:v>89382.045986826051</c:v>
                </c:pt>
                <c:pt idx="15">
                  <c:v>104095.9854261796</c:v>
                </c:pt>
                <c:pt idx="16">
                  <c:v>108439.03339850109</c:v>
                </c:pt>
                <c:pt idx="17">
                  <c:v>92018.683143219285</c:v>
                </c:pt>
                <c:pt idx="18">
                  <c:v>69237.370560076597</c:v>
                </c:pt>
                <c:pt idx="19">
                  <c:v>44893.018957345972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24C-44D3-80AE-0AB2904E7D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Olopatadine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4435.3290978398982</c:v>
                </c:pt>
                <c:pt idx="1">
                  <c:v>2731.6054753820063</c:v>
                </c:pt>
                <c:pt idx="2">
                  <c:v>2394.9008678881364</c:v>
                </c:pt>
                <c:pt idx="3">
                  <c:v>2874.4366868242723</c:v>
                </c:pt>
                <c:pt idx="4">
                  <c:v>2651.0265175718851</c:v>
                </c:pt>
                <c:pt idx="5">
                  <c:v>2420.774045098944</c:v>
                </c:pt>
                <c:pt idx="6">
                  <c:v>2489.4215793588701</c:v>
                </c:pt>
                <c:pt idx="7">
                  <c:v>2305.1996798137116</c:v>
                </c:pt>
                <c:pt idx="8">
                  <c:v>1743.0834862385382</c:v>
                </c:pt>
                <c:pt idx="9">
                  <c:v>1287.8031793229675</c:v>
                </c:pt>
                <c:pt idx="10">
                  <c:v>893.26167364870344</c:v>
                </c:pt>
                <c:pt idx="11">
                  <c:v>1023.8812720848146</c:v>
                </c:pt>
                <c:pt idx="12">
                  <c:v>1181.9907541936263</c:v>
                </c:pt>
                <c:pt idx="13">
                  <c:v>1258.7578425976972</c:v>
                </c:pt>
                <c:pt idx="14">
                  <c:v>1103.7755550134316</c:v>
                </c:pt>
                <c:pt idx="15">
                  <c:v>1007.807204464727</c:v>
                </c:pt>
                <c:pt idx="16">
                  <c:v>1579.0325839035359</c:v>
                </c:pt>
                <c:pt idx="17">
                  <c:v>2610.6722433459945</c:v>
                </c:pt>
                <c:pt idx="18">
                  <c:v>6313.4667304930481</c:v>
                </c:pt>
                <c:pt idx="19">
                  <c:v>29018.028436018969</c:v>
                </c:pt>
              </c:numLit>
            </c:plus>
            <c:minus>
              <c:numLit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19965.4790343075</c:v>
                </c:pt>
                <c:pt idx="1">
                  <c:v>79490.494482173177</c:v>
                </c:pt>
                <c:pt idx="2">
                  <c:v>76805</c:v>
                </c:pt>
                <c:pt idx="3">
                  <c:v>44355.114531794017</c:v>
                </c:pt>
                <c:pt idx="4">
                  <c:v>19165.583067092652</c:v>
                </c:pt>
                <c:pt idx="5">
                  <c:v>21391.130541494091</c:v>
                </c:pt>
                <c:pt idx="6">
                  <c:v>28035.18686473808</c:v>
                </c:pt>
                <c:pt idx="7">
                  <c:v>33369.761315674572</c:v>
                </c:pt>
                <c:pt idx="8">
                  <c:v>38248.800205766711</c:v>
                </c:pt>
                <c:pt idx="9">
                  <c:v>40719.925205855441</c:v>
                </c:pt>
                <c:pt idx="10">
                  <c:v>44455.034535608473</c:v>
                </c:pt>
                <c:pt idx="11">
                  <c:v>52702.728268551233</c:v>
                </c:pt>
                <c:pt idx="12">
                  <c:v>61953.366794346854</c:v>
                </c:pt>
                <c:pt idx="13">
                  <c:v>68018.130159603737</c:v>
                </c:pt>
                <c:pt idx="14">
                  <c:v>73985.050886801648</c:v>
                </c:pt>
                <c:pt idx="15">
                  <c:v>86027.081050228313</c:v>
                </c:pt>
                <c:pt idx="16">
                  <c:v>90678.756109481925</c:v>
                </c:pt>
                <c:pt idx="17">
                  <c:v>80462.987325728769</c:v>
                </c:pt>
                <c:pt idx="18">
                  <c:v>63346.864528482532</c:v>
                </c:pt>
                <c:pt idx="19">
                  <c:v>46487.740916271723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24C-44D3-80AE-0AB2904E7D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Levocabastine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3946.0940279542565</c:v>
                </c:pt>
                <c:pt idx="1">
                  <c:v>3332.8607809847235</c:v>
                </c:pt>
                <c:pt idx="2">
                  <c:v>2816.3548698167833</c:v>
                </c:pt>
                <c:pt idx="3">
                  <c:v>3209.1240608392909</c:v>
                </c:pt>
                <c:pt idx="4">
                  <c:v>2780.6293929712456</c:v>
                </c:pt>
                <c:pt idx="5">
                  <c:v>2423.0556833870214</c:v>
                </c:pt>
                <c:pt idx="6">
                  <c:v>2211.0336200156362</c:v>
                </c:pt>
                <c:pt idx="7">
                  <c:v>2232.1103187308963</c:v>
                </c:pt>
                <c:pt idx="8">
                  <c:v>1981.7234600262127</c:v>
                </c:pt>
                <c:pt idx="9">
                  <c:v>1588.1072735590114</c:v>
                </c:pt>
                <c:pt idx="10">
                  <c:v>1464.3353428016726</c:v>
                </c:pt>
                <c:pt idx="11">
                  <c:v>1430.1749116607753</c:v>
                </c:pt>
                <c:pt idx="12">
                  <c:v>1564.2530709285438</c:v>
                </c:pt>
                <c:pt idx="13">
                  <c:v>1684.3815354980798</c:v>
                </c:pt>
                <c:pt idx="14">
                  <c:v>1343.76860209808</c:v>
                </c:pt>
                <c:pt idx="15">
                  <c:v>1246.5740740740803</c:v>
                </c:pt>
                <c:pt idx="16">
                  <c:v>1568.6200716845888</c:v>
                </c:pt>
                <c:pt idx="17">
                  <c:v>3081.1406844106423</c:v>
                </c:pt>
                <c:pt idx="18">
                  <c:v>7059.6840593585475</c:v>
                </c:pt>
                <c:pt idx="19">
                  <c:v>28543.815165876782</c:v>
                </c:pt>
              </c:numLit>
            </c:plus>
            <c:minus>
              <c:numLit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2829.1715374841169</c:v>
                </c:pt>
                <c:pt idx="1">
                  <c:v>12970.912563667231</c:v>
                </c:pt>
                <c:pt idx="2">
                  <c:v>13496.4387656702</c:v>
                </c:pt>
                <c:pt idx="3">
                  <c:v>8729.0361004214756</c:v>
                </c:pt>
                <c:pt idx="4">
                  <c:v>4102.0709265175728</c:v>
                </c:pt>
                <c:pt idx="5">
                  <c:v>4428.8801963491342</c:v>
                </c:pt>
                <c:pt idx="6">
                  <c:v>5647.2134480062559</c:v>
                </c:pt>
                <c:pt idx="7">
                  <c:v>6899.9032164168239</c:v>
                </c:pt>
                <c:pt idx="8">
                  <c:v>8314.6218872870249</c:v>
                </c:pt>
                <c:pt idx="9">
                  <c:v>9274.7529734675209</c:v>
                </c:pt>
                <c:pt idx="10">
                  <c:v>10558.21804434454</c:v>
                </c:pt>
                <c:pt idx="11">
                  <c:v>13362.751825677269</c:v>
                </c:pt>
                <c:pt idx="12">
                  <c:v>16334.506670188881</c:v>
                </c:pt>
                <c:pt idx="13">
                  <c:v>18675.464364336811</c:v>
                </c:pt>
                <c:pt idx="14">
                  <c:v>20939.748719199801</c:v>
                </c:pt>
                <c:pt idx="15">
                  <c:v>25918.17161339421</c:v>
                </c:pt>
                <c:pt idx="16">
                  <c:v>28456.685402411211</c:v>
                </c:pt>
                <c:pt idx="17">
                  <c:v>25974.291508238279</c:v>
                </c:pt>
                <c:pt idx="18">
                  <c:v>20325.239348970801</c:v>
                </c:pt>
                <c:pt idx="19">
                  <c:v>13570.33965244866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24C-44D3-80AE-0AB2904E7D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Volume per 100,000 population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Epinastine</c:v>
                </c:pt>
              </c:strCache>
            </c:strRef>
          </c:tx>
          <c:spPr>
            <a:ln w="28575">
              <a:solidFill>
                <a:srgbClr val="2E75B6"/>
              </a:solidFill>
            </a:ln>
          </c:spPr>
          <c:marker>
            <c:symbol val="circle"/>
            <c:size val="5"/>
            <c:spPr>
              <a:solidFill>
                <a:srgbClr val="2E75B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1.3562000000000012</c:v>
                </c:pt>
                <c:pt idx="1">
                  <c:v>0.13870000000000005</c:v>
                </c:pt>
                <c:pt idx="2">
                  <c:v>0.12460000000000093</c:v>
                </c:pt>
                <c:pt idx="3">
                  <c:v>0.25240000000000862</c:v>
                </c:pt>
                <c:pt idx="4">
                  <c:v>0.56100000000000705</c:v>
                </c:pt>
                <c:pt idx="5">
                  <c:v>0.41049999999999898</c:v>
                </c:pt>
                <c:pt idx="6">
                  <c:v>0.3919000000000068</c:v>
                </c:pt>
                <c:pt idx="7">
                  <c:v>0.36440000000000339</c:v>
                </c:pt>
                <c:pt idx="8">
                  <c:v>0.31620000000000914</c:v>
                </c:pt>
                <c:pt idx="9">
                  <c:v>0.2757000000000005</c:v>
                </c:pt>
                <c:pt idx="10">
                  <c:v>0.19909999999999428</c:v>
                </c:pt>
                <c:pt idx="11">
                  <c:v>0.26939999999999742</c:v>
                </c:pt>
                <c:pt idx="12">
                  <c:v>0.30349999999999966</c:v>
                </c:pt>
                <c:pt idx="13">
                  <c:v>0.28730000000000189</c:v>
                </c:pt>
                <c:pt idx="14">
                  <c:v>0.27810000000000201</c:v>
                </c:pt>
                <c:pt idx="15">
                  <c:v>0.20190000000000197</c:v>
                </c:pt>
                <c:pt idx="16">
                  <c:v>0.27410000000000423</c:v>
                </c:pt>
                <c:pt idx="17">
                  <c:v>0.6828000000000003</c:v>
                </c:pt>
                <c:pt idx="18">
                  <c:v>2.2180999999999997</c:v>
                </c:pt>
                <c:pt idx="19">
                  <c:v>10.816299999999998</c:v>
                </c:pt>
              </c:numLit>
            </c:plus>
            <c:minus>
              <c:numLit>
                <c:formatCode>General</c:formatCode>
                <c:ptCount val="20"/>
                <c:pt idx="0">
                  <c:v>6.8404000000000025</c:v>
                </c:pt>
                <c:pt idx="1">
                  <c:v>1.3125</c:v>
                </c:pt>
                <c:pt idx="2">
                  <c:v>1.1985000000000099</c:v>
                </c:pt>
                <c:pt idx="3">
                  <c:v>2.2700999999999993</c:v>
                </c:pt>
                <c:pt idx="4">
                  <c:v>4.4651999999999958</c:v>
                </c:pt>
                <c:pt idx="5">
                  <c:v>3.6020000000000039</c:v>
                </c:pt>
                <c:pt idx="6">
                  <c:v>2.8110999999999962</c:v>
                </c:pt>
                <c:pt idx="7">
                  <c:v>2.3777000000000044</c:v>
                </c:pt>
                <c:pt idx="8">
                  <c:v>1.7775999999999925</c:v>
                </c:pt>
                <c:pt idx="9">
                  <c:v>1.3278000000000034</c:v>
                </c:pt>
                <c:pt idx="10">
                  <c:v>1.0275999999999996</c:v>
                </c:pt>
                <c:pt idx="11">
                  <c:v>0.89930000000000376</c:v>
                </c:pt>
                <c:pt idx="12">
                  <c:v>0.85709999999999553</c:v>
                </c:pt>
                <c:pt idx="13">
                  <c:v>0.83349999999999369</c:v>
                </c:pt>
                <c:pt idx="14">
                  <c:v>0.63929999999999865</c:v>
                </c:pt>
                <c:pt idx="15">
                  <c:v>0.49419999999999931</c:v>
                </c:pt>
                <c:pt idx="16">
                  <c:v>0.65019999999999811</c:v>
                </c:pt>
                <c:pt idx="17">
                  <c:v>1.295499999999997</c:v>
                </c:pt>
                <c:pt idx="18">
                  <c:v>3.6416000000000039</c:v>
                </c:pt>
                <c:pt idx="19">
                  <c:v>15.1557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70.97</c:v>
                </c:pt>
                <c:pt idx="1">
                  <c:v>71.36</c:v>
                </c:pt>
                <c:pt idx="2">
                  <c:v>69.510000000000005</c:v>
                </c:pt>
                <c:pt idx="3">
                  <c:v>71.41</c:v>
                </c:pt>
                <c:pt idx="4">
                  <c:v>71.47</c:v>
                </c:pt>
                <c:pt idx="5">
                  <c:v>71.89</c:v>
                </c:pt>
                <c:pt idx="6">
                  <c:v>70.069999999999993</c:v>
                </c:pt>
                <c:pt idx="7">
                  <c:v>67.59</c:v>
                </c:pt>
                <c:pt idx="8">
                  <c:v>64.489999999999995</c:v>
                </c:pt>
                <c:pt idx="9">
                  <c:v>61.67</c:v>
                </c:pt>
                <c:pt idx="10">
                  <c:v>58.31</c:v>
                </c:pt>
                <c:pt idx="11">
                  <c:v>55.31</c:v>
                </c:pt>
                <c:pt idx="12">
                  <c:v>52.69</c:v>
                </c:pt>
                <c:pt idx="13">
                  <c:v>49.91</c:v>
                </c:pt>
                <c:pt idx="14">
                  <c:v>48.5</c:v>
                </c:pt>
                <c:pt idx="15">
                  <c:v>48.18</c:v>
                </c:pt>
                <c:pt idx="16">
                  <c:v>47.65</c:v>
                </c:pt>
                <c:pt idx="17">
                  <c:v>46.37</c:v>
                </c:pt>
                <c:pt idx="18">
                  <c:v>45.28</c:v>
                </c:pt>
                <c:pt idx="19">
                  <c:v>42.78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7A-4910-AE51-E866F68F16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Olopatadine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3.9902999999999977</c:v>
                </c:pt>
                <c:pt idx="1">
                  <c:v>0.63189999999999813</c:v>
                </c:pt>
                <c:pt idx="2">
                  <c:v>0.59420000000000073</c:v>
                </c:pt>
                <c:pt idx="3">
                  <c:v>1.1628000000000007</c:v>
                </c:pt>
                <c:pt idx="4">
                  <c:v>2.4105999999999987</c:v>
                </c:pt>
                <c:pt idx="5">
                  <c:v>1.9688000000000017</c:v>
                </c:pt>
                <c:pt idx="6">
                  <c:v>1.6283999999999992</c:v>
                </c:pt>
                <c:pt idx="7">
                  <c:v>1.3360999999999983</c:v>
                </c:pt>
                <c:pt idx="8">
                  <c:v>0.92530000000000001</c:v>
                </c:pt>
                <c:pt idx="9">
                  <c:v>0.66950000000000287</c:v>
                </c:pt>
                <c:pt idx="10">
                  <c:v>0.4480000000000004</c:v>
                </c:pt>
                <c:pt idx="11">
                  <c:v>0.44030000000000058</c:v>
                </c:pt>
                <c:pt idx="12">
                  <c:v>0.44020000000000437</c:v>
                </c:pt>
                <c:pt idx="13">
                  <c:v>0.43710000000000093</c:v>
                </c:pt>
                <c:pt idx="14">
                  <c:v>0.35869999999999891</c:v>
                </c:pt>
                <c:pt idx="15">
                  <c:v>0.279200000000003</c:v>
                </c:pt>
                <c:pt idx="16">
                  <c:v>0.41029999999999944</c:v>
                </c:pt>
                <c:pt idx="17">
                  <c:v>0.77649999999999864</c:v>
                </c:pt>
                <c:pt idx="18">
                  <c:v>2.3201999999999998</c:v>
                </c:pt>
                <c:pt idx="19">
                  <c:v>12.070599999999999</c:v>
                </c:pt>
              </c:numLit>
            </c:plus>
            <c:minus>
              <c:numLit>
                <c:formatCode>General</c:formatCode>
                <c:ptCount val="20"/>
                <c:pt idx="0">
                  <c:v>2.2891000000000012</c:v>
                </c:pt>
                <c:pt idx="1">
                  <c:v>0.36620000000000275</c:v>
                </c:pt>
                <c:pt idx="2">
                  <c:v>0.34529999999999816</c:v>
                </c:pt>
                <c:pt idx="3">
                  <c:v>0.61100000000000065</c:v>
                </c:pt>
                <c:pt idx="4">
                  <c:v>1.2071000000000005</c:v>
                </c:pt>
                <c:pt idx="5">
                  <c:v>0.9231999999999978</c:v>
                </c:pt>
                <c:pt idx="6">
                  <c:v>0.79190000000000182</c:v>
                </c:pt>
                <c:pt idx="7">
                  <c:v>0.75860000000000127</c:v>
                </c:pt>
                <c:pt idx="8">
                  <c:v>0.6872000000000007</c:v>
                </c:pt>
                <c:pt idx="9">
                  <c:v>0.5954999999999977</c:v>
                </c:pt>
                <c:pt idx="10">
                  <c:v>0.52829999999999444</c:v>
                </c:pt>
                <c:pt idx="11">
                  <c:v>0.55169999999999675</c:v>
                </c:pt>
                <c:pt idx="12">
                  <c:v>0.58739999999999526</c:v>
                </c:pt>
                <c:pt idx="13">
                  <c:v>0.60019999999999385</c:v>
                </c:pt>
                <c:pt idx="14">
                  <c:v>0.5046999999999997</c:v>
                </c:pt>
                <c:pt idx="15">
                  <c:v>0.37950000000000017</c:v>
                </c:pt>
                <c:pt idx="16">
                  <c:v>0.48290000000000077</c:v>
                </c:pt>
                <c:pt idx="17">
                  <c:v>1.1178999999999988</c:v>
                </c:pt>
                <c:pt idx="18">
                  <c:v>3.3676999999999992</c:v>
                </c:pt>
                <c:pt idx="19">
                  <c:v>14.861599999999999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25.42</c:v>
                </c:pt>
                <c:pt idx="1">
                  <c:v>24.62</c:v>
                </c:pt>
                <c:pt idx="2">
                  <c:v>25.93</c:v>
                </c:pt>
                <c:pt idx="3">
                  <c:v>23.89</c:v>
                </c:pt>
                <c:pt idx="4">
                  <c:v>23.5</c:v>
                </c:pt>
                <c:pt idx="5">
                  <c:v>23.29</c:v>
                </c:pt>
                <c:pt idx="6">
                  <c:v>24.91</c:v>
                </c:pt>
                <c:pt idx="7">
                  <c:v>26.85</c:v>
                </c:pt>
                <c:pt idx="8">
                  <c:v>29.17</c:v>
                </c:pt>
                <c:pt idx="9">
                  <c:v>31.22</c:v>
                </c:pt>
                <c:pt idx="10">
                  <c:v>33.69</c:v>
                </c:pt>
                <c:pt idx="11">
                  <c:v>35.65</c:v>
                </c:pt>
                <c:pt idx="12">
                  <c:v>37.44</c:v>
                </c:pt>
                <c:pt idx="13">
                  <c:v>39.299999999999997</c:v>
                </c:pt>
                <c:pt idx="14">
                  <c:v>40.14</c:v>
                </c:pt>
                <c:pt idx="15">
                  <c:v>39.82</c:v>
                </c:pt>
                <c:pt idx="16">
                  <c:v>39.85</c:v>
                </c:pt>
                <c:pt idx="17">
                  <c:v>40.54</c:v>
                </c:pt>
                <c:pt idx="18">
                  <c:v>41.43</c:v>
                </c:pt>
                <c:pt idx="19">
                  <c:v>44.29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7A-4910-AE51-E866F68F16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Levocabastine</c:v>
                </c:pt>
              </c:strCache>
            </c:strRef>
          </c:tx>
          <c:spPr>
            <a:ln w="28575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4.6147000000000009</c:v>
                </c:pt>
                <c:pt idx="1">
                  <c:v>0.97800000000000065</c:v>
                </c:pt>
                <c:pt idx="2">
                  <c:v>0.89550000000000018</c:v>
                </c:pt>
                <c:pt idx="3">
                  <c:v>1.6213999999999995</c:v>
                </c:pt>
                <c:pt idx="4">
                  <c:v>3.1316999999999995</c:v>
                </c:pt>
                <c:pt idx="5">
                  <c:v>2.4480999999999993</c:v>
                </c:pt>
                <c:pt idx="6">
                  <c:v>1.8286000000000007</c:v>
                </c:pt>
                <c:pt idx="7">
                  <c:v>1.6692</c:v>
                </c:pt>
                <c:pt idx="8">
                  <c:v>1.3944999999999999</c:v>
                </c:pt>
                <c:pt idx="9">
                  <c:v>1.1176000000000004</c:v>
                </c:pt>
                <c:pt idx="10">
                  <c:v>1.0117999999999991</c:v>
                </c:pt>
                <c:pt idx="11">
                  <c:v>0.87000000000000099</c:v>
                </c:pt>
                <c:pt idx="12">
                  <c:v>0.84440000000000026</c:v>
                </c:pt>
                <c:pt idx="13">
                  <c:v>0.85990000000000144</c:v>
                </c:pt>
                <c:pt idx="14">
                  <c:v>0.64290000000000092</c:v>
                </c:pt>
                <c:pt idx="15">
                  <c:v>0.50169999999999959</c:v>
                </c:pt>
                <c:pt idx="16">
                  <c:v>0.60330000000000084</c:v>
                </c:pt>
                <c:pt idx="17">
                  <c:v>1.3269000000000002</c:v>
                </c:pt>
                <c:pt idx="18">
                  <c:v>3.8289000000000009</c:v>
                </c:pt>
                <c:pt idx="19">
                  <c:v>18.6174</c:v>
                </c:pt>
              </c:numLit>
            </c:plus>
            <c:minus>
              <c:numLit>
                <c:formatCode>General</c:formatCode>
                <c:ptCount val="20"/>
                <c:pt idx="0">
                  <c:v>0.34080000000000021</c:v>
                </c:pt>
                <c:pt idx="1">
                  <c:v>5.5099999999999483E-2</c:v>
                </c:pt>
                <c:pt idx="2">
                  <c:v>5.7899999999999174E-2</c:v>
                </c:pt>
                <c:pt idx="3">
                  <c:v>0.11070000000000046</c:v>
                </c:pt>
                <c:pt idx="4">
                  <c:v>0.25140000000000029</c:v>
                </c:pt>
                <c:pt idx="5">
                  <c:v>0.18900000000000006</c:v>
                </c:pt>
                <c:pt idx="6">
                  <c:v>0.1734</c:v>
                </c:pt>
                <c:pt idx="7">
                  <c:v>0.15810000000000013</c:v>
                </c:pt>
                <c:pt idx="8">
                  <c:v>0.13729999999999976</c:v>
                </c:pt>
                <c:pt idx="9">
                  <c:v>0.11890000000000001</c:v>
                </c:pt>
                <c:pt idx="10">
                  <c:v>9.0300000000000047E-2</c:v>
                </c:pt>
                <c:pt idx="11">
                  <c:v>0.1166999999999998</c:v>
                </c:pt>
                <c:pt idx="12">
                  <c:v>0.1313999999999993</c:v>
                </c:pt>
                <c:pt idx="13">
                  <c:v>0.1385999999999985</c:v>
                </c:pt>
                <c:pt idx="14">
                  <c:v>0.12769999999999904</c:v>
                </c:pt>
                <c:pt idx="15">
                  <c:v>0.10440000000000005</c:v>
                </c:pt>
                <c:pt idx="16">
                  <c:v>0.14639999999999986</c:v>
                </c:pt>
                <c:pt idx="17">
                  <c:v>0.33469999999999978</c:v>
                </c:pt>
                <c:pt idx="18">
                  <c:v>1.0224999999999991</c:v>
                </c:pt>
                <c:pt idx="19">
                  <c:v>4.3651999999999997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3.6</c:v>
                </c:pt>
                <c:pt idx="1">
                  <c:v>4.0199999999999996</c:v>
                </c:pt>
                <c:pt idx="2">
                  <c:v>4.5599999999999996</c:v>
                </c:pt>
                <c:pt idx="3">
                  <c:v>4.7</c:v>
                </c:pt>
                <c:pt idx="4">
                  <c:v>5.03</c:v>
                </c:pt>
                <c:pt idx="5">
                  <c:v>4.82</c:v>
                </c:pt>
                <c:pt idx="6">
                  <c:v>5.0199999999999996</c:v>
                </c:pt>
                <c:pt idx="7">
                  <c:v>5.55</c:v>
                </c:pt>
                <c:pt idx="8">
                  <c:v>6.34</c:v>
                </c:pt>
                <c:pt idx="9">
                  <c:v>7.11</c:v>
                </c:pt>
                <c:pt idx="10">
                  <c:v>8</c:v>
                </c:pt>
                <c:pt idx="11">
                  <c:v>9.0399999999999991</c:v>
                </c:pt>
                <c:pt idx="12">
                  <c:v>9.8699999999999992</c:v>
                </c:pt>
                <c:pt idx="13">
                  <c:v>10.79</c:v>
                </c:pt>
                <c:pt idx="14">
                  <c:v>11.36</c:v>
                </c:pt>
                <c:pt idx="15">
                  <c:v>12</c:v>
                </c:pt>
                <c:pt idx="16">
                  <c:v>12.5</c:v>
                </c:pt>
                <c:pt idx="17">
                  <c:v>13.09</c:v>
                </c:pt>
                <c:pt idx="18">
                  <c:v>13.29</c:v>
                </c:pt>
                <c:pt idx="19">
                  <c:v>12.93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7A-4910-AE51-E866F68F1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Share within top-3 total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12671.51141439208</c:v>
                </c:pt>
                <c:pt idx="1">
                  <c:v>7518.2845420638332</c:v>
                </c:pt>
                <c:pt idx="2">
                  <c:v>6375.6367331577349</c:v>
                </c:pt>
                <c:pt idx="3">
                  <c:v>7719.4392282958142</c:v>
                </c:pt>
                <c:pt idx="4">
                  <c:v>6851.2244506344869</c:v>
                </c:pt>
                <c:pt idx="5">
                  <c:v>6146.4065882002324</c:v>
                </c:pt>
                <c:pt idx="6">
                  <c:v>6017.8836982968351</c:v>
                </c:pt>
                <c:pt idx="7">
                  <c:v>5976.6818181817944</c:v>
                </c:pt>
                <c:pt idx="8">
                  <c:v>5153.6533772609837</c:v>
                </c:pt>
                <c:pt idx="9">
                  <c:v>4109.36352967727</c:v>
                </c:pt>
                <c:pt idx="10">
                  <c:v>3517.1361392148829</c:v>
                </c:pt>
                <c:pt idx="11">
                  <c:v>3818.2156433780328</c:v>
                </c:pt>
                <c:pt idx="12">
                  <c:v>4551.8234745536756</c:v>
                </c:pt>
                <c:pt idx="13">
                  <c:v>4942.9888103984413</c:v>
                </c:pt>
                <c:pt idx="14">
                  <c:v>4490.8978311386454</c:v>
                </c:pt>
                <c:pt idx="15">
                  <c:v>4316.6019915848738</c:v>
                </c:pt>
                <c:pt idx="16">
                  <c:v>6535.4475332811417</c:v>
                </c:pt>
                <c:pt idx="17">
                  <c:v>13410.236590436572</c:v>
                </c:pt>
                <c:pt idx="18">
                  <c:v>37987.917275747517</c:v>
                </c:pt>
                <c:pt idx="19">
                  <c:v>190665.69230769231</c:v>
                </c:pt>
              </c:numLit>
            </c:plus>
            <c:minus>
              <c:numLit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87394.5</c:v>
                </c:pt>
                <c:pt idx="1">
                  <c:v>338736.8</c:v>
                </c:pt>
                <c:pt idx="2">
                  <c:v>302582.59999999998</c:v>
                </c:pt>
                <c:pt idx="3">
                  <c:v>171955.4</c:v>
                </c:pt>
                <c:pt idx="4">
                  <c:v>62845.8</c:v>
                </c:pt>
                <c:pt idx="5">
                  <c:v>65317.8</c:v>
                </c:pt>
                <c:pt idx="6">
                  <c:v>80262.8</c:v>
                </c:pt>
                <c:pt idx="7">
                  <c:v>84593.5</c:v>
                </c:pt>
                <c:pt idx="8">
                  <c:v>83269.5</c:v>
                </c:pt>
                <c:pt idx="9">
                  <c:v>78825.2</c:v>
                </c:pt>
                <c:pt idx="10">
                  <c:v>75333.100000000006</c:v>
                </c:pt>
                <c:pt idx="11">
                  <c:v>85491.3</c:v>
                </c:pt>
                <c:pt idx="12">
                  <c:v>101434.5</c:v>
                </c:pt>
                <c:pt idx="13">
                  <c:v>110824.4</c:v>
                </c:pt>
                <c:pt idx="14">
                  <c:v>119450.9</c:v>
                </c:pt>
                <c:pt idx="15">
                  <c:v>143588.79999999999</c:v>
                </c:pt>
                <c:pt idx="16">
                  <c:v>158495.5</c:v>
                </c:pt>
                <c:pt idx="17">
                  <c:v>143066.20000000001</c:v>
                </c:pt>
                <c:pt idx="18">
                  <c:v>117352.4</c:v>
                </c:pt>
                <c:pt idx="19">
                  <c:v>79084.3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616-4ECC-A474-DF2BBD163C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11743.972916666651</c:v>
                </c:pt>
                <c:pt idx="1">
                  <c:v>7685.4573292735731</c:v>
                </c:pt>
                <c:pt idx="2">
                  <c:v>6414.1412183544016</c:v>
                </c:pt>
                <c:pt idx="3">
                  <c:v>7814.8207674944133</c:v>
                </c:pt>
                <c:pt idx="4">
                  <c:v>7311.6400132056733</c:v>
                </c:pt>
                <c:pt idx="5">
                  <c:v>6272.4053430287604</c:v>
                </c:pt>
                <c:pt idx="6">
                  <c:v>6392.448117154825</c:v>
                </c:pt>
                <c:pt idx="7">
                  <c:v>5895.1522308150015</c:v>
                </c:pt>
                <c:pt idx="8">
                  <c:v>4617.8324468084902</c:v>
                </c:pt>
                <c:pt idx="9">
                  <c:v>3505.905981915188</c:v>
                </c:pt>
                <c:pt idx="10">
                  <c:v>2480.206501548033</c:v>
                </c:pt>
                <c:pt idx="11">
                  <c:v>2856.4983722575998</c:v>
                </c:pt>
                <c:pt idx="12">
                  <c:v>3069.0314300681057</c:v>
                </c:pt>
                <c:pt idx="13">
                  <c:v>2984.1877178867871</c:v>
                </c:pt>
                <c:pt idx="14">
                  <c:v>2539.4090566473315</c:v>
                </c:pt>
                <c:pt idx="15">
                  <c:v>2068.6612873350387</c:v>
                </c:pt>
                <c:pt idx="16">
                  <c:v>2785.8607700892608</c:v>
                </c:pt>
                <c:pt idx="17">
                  <c:v>5291.48729016789</c:v>
                </c:pt>
                <c:pt idx="18">
                  <c:v>12483.568661734986</c:v>
                </c:pt>
                <c:pt idx="19">
                  <c:v>53960.7610337972</c:v>
                </c:pt>
              </c:numLit>
            </c:plus>
            <c:minus>
              <c:numLit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69230.100000000006</c:v>
                </c:pt>
                <c:pt idx="1">
                  <c:v>306229.40000000002</c:v>
                </c:pt>
                <c:pt idx="2">
                  <c:v>289491</c:v>
                </c:pt>
                <c:pt idx="3">
                  <c:v>200061.3</c:v>
                </c:pt>
                <c:pt idx="4">
                  <c:v>101498.6</c:v>
                </c:pt>
                <c:pt idx="5">
                  <c:v>120003.3</c:v>
                </c:pt>
                <c:pt idx="6">
                  <c:v>146679.1</c:v>
                </c:pt>
                <c:pt idx="7">
                  <c:v>165669.1</c:v>
                </c:pt>
                <c:pt idx="8">
                  <c:v>180413</c:v>
                </c:pt>
                <c:pt idx="9">
                  <c:v>183469.5</c:v>
                </c:pt>
                <c:pt idx="10">
                  <c:v>189690.1</c:v>
                </c:pt>
                <c:pt idx="11">
                  <c:v>210371.6</c:v>
                </c:pt>
                <c:pt idx="12">
                  <c:v>228453</c:v>
                </c:pt>
                <c:pt idx="13">
                  <c:v>232162</c:v>
                </c:pt>
                <c:pt idx="14">
                  <c:v>242384.8</c:v>
                </c:pt>
                <c:pt idx="15">
                  <c:v>275845.09999999998</c:v>
                </c:pt>
                <c:pt idx="16">
                  <c:v>276801</c:v>
                </c:pt>
                <c:pt idx="17">
                  <c:v>230401.4</c:v>
                </c:pt>
                <c:pt idx="18">
                  <c:v>167304.5</c:v>
                </c:pt>
                <c:pt idx="19">
                  <c:v>111636.4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616-4ECC-A474-DF2BBD163C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Volume per 100,000 population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3 drugs per 100,000 (FY2024)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31369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78E-45A0-A2C5-46462028E3BF}"/>
              </c:ext>
            </c:extLst>
          </c:dPt>
          <c:dPt>
            <c:idx val="1"/>
            <c:invertIfNegative val="1"/>
            <c:bubble3D val="0"/>
            <c:spPr>
              <a:solidFill>
                <a:srgbClr val="4676B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78E-45A0-A2C5-46462028E3BF}"/>
              </c:ext>
            </c:extLst>
          </c:dPt>
          <c:dPt>
            <c:idx val="2"/>
            <c:invertIfNegative val="1"/>
            <c:bubble3D val="0"/>
            <c:spPr>
              <a:solidFill>
                <a:srgbClr val="7FB6D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78E-45A0-A2C5-46462028E3BF}"/>
              </c:ext>
            </c:extLst>
          </c:dPt>
          <c:dPt>
            <c:idx val="3"/>
            <c:invertIfNegative val="1"/>
            <c:bubble3D val="0"/>
            <c:spPr>
              <a:solidFill>
                <a:srgbClr val="9FD0E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78E-45A0-A2C5-46462028E3BF}"/>
              </c:ext>
            </c:extLst>
          </c:dPt>
          <c:dPt>
            <c:idx val="4"/>
            <c:invertIfNegative val="1"/>
            <c:bubble3D val="0"/>
            <c:spPr>
              <a:solidFill>
                <a:srgbClr val="AAD8E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978E-45A0-A2C5-46462028E3BF}"/>
              </c:ext>
            </c:extLst>
          </c:dPt>
          <c:dPt>
            <c:idx val="5"/>
            <c:invertIfNegative val="1"/>
            <c:bubble3D val="0"/>
            <c:spPr>
              <a:solidFill>
                <a:srgbClr val="B0DCE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978E-45A0-A2C5-46462028E3BF}"/>
              </c:ext>
            </c:extLst>
          </c:dPt>
          <c:dPt>
            <c:idx val="6"/>
            <c:invertIfNegative val="1"/>
            <c:bubble3D val="0"/>
            <c:spPr>
              <a:solidFill>
                <a:srgbClr val="BDE2E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978E-45A0-A2C5-46462028E3BF}"/>
              </c:ext>
            </c:extLst>
          </c:dPt>
          <c:dPt>
            <c:idx val="7"/>
            <c:invertIfNegative val="1"/>
            <c:bubble3D val="0"/>
            <c:spPr>
              <a:solidFill>
                <a:srgbClr val="BDE2E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978E-45A0-A2C5-46462028E3BF}"/>
              </c:ext>
            </c:extLst>
          </c:dPt>
          <c:dPt>
            <c:idx val="8"/>
            <c:invertIfNegative val="1"/>
            <c:bubble3D val="0"/>
            <c:spPr>
              <a:solidFill>
                <a:srgbClr val="BDE2E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978E-45A0-A2C5-46462028E3BF}"/>
              </c:ext>
            </c:extLst>
          </c:dPt>
          <c:dPt>
            <c:idx val="9"/>
            <c:invertIfNegative val="1"/>
            <c:bubble3D val="0"/>
            <c:spPr>
              <a:solidFill>
                <a:srgbClr val="BFE3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978E-45A0-A2C5-46462028E3BF}"/>
              </c:ext>
            </c:extLst>
          </c:dPt>
          <c:dPt>
            <c:idx val="10"/>
            <c:invertIfNegative val="1"/>
            <c:bubble3D val="0"/>
            <c:spPr>
              <a:solidFill>
                <a:srgbClr val="D1ECF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978E-45A0-A2C5-46462028E3BF}"/>
              </c:ext>
            </c:extLst>
          </c:dPt>
          <c:dPt>
            <c:idx val="11"/>
            <c:invertIfNegative val="1"/>
            <c:bubble3D val="0"/>
            <c:spPr>
              <a:solidFill>
                <a:srgbClr val="FDFEC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978E-45A0-A2C5-46462028E3BF}"/>
              </c:ext>
            </c:extLst>
          </c:dPt>
          <c:dPt>
            <c:idx val="12"/>
            <c:invertIfNegative val="1"/>
            <c:bubble3D val="0"/>
            <c:spPr>
              <a:solidFill>
                <a:srgbClr val="FFFDB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978E-45A0-A2C5-46462028E3BF}"/>
              </c:ext>
            </c:extLst>
          </c:dPt>
          <c:dPt>
            <c:idx val="13"/>
            <c:invertIfNegative val="1"/>
            <c:bubble3D val="0"/>
            <c:spPr>
              <a:solidFill>
                <a:srgbClr val="FFFB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978E-45A0-A2C5-46462028E3BF}"/>
              </c:ext>
            </c:extLst>
          </c:dPt>
          <c:dPt>
            <c:idx val="14"/>
            <c:invertIfNegative val="1"/>
            <c:bubble3D val="0"/>
            <c:spPr>
              <a:solidFill>
                <a:srgbClr val="FFF8B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978E-45A0-A2C5-46462028E3BF}"/>
              </c:ext>
            </c:extLst>
          </c:dPt>
          <c:dPt>
            <c:idx val="15"/>
            <c:invertIfNegative val="1"/>
            <c:bubble3D val="0"/>
            <c:spPr>
              <a:solidFill>
                <a:srgbClr val="FFF8B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978E-45A0-A2C5-46462028E3BF}"/>
              </c:ext>
            </c:extLst>
          </c:dPt>
          <c:dPt>
            <c:idx val="16"/>
            <c:invertIfNegative val="1"/>
            <c:bubble3D val="0"/>
            <c:spPr>
              <a:solidFill>
                <a:srgbClr val="FFF5A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978E-45A0-A2C5-46462028E3BF}"/>
              </c:ext>
            </c:extLst>
          </c:dPt>
          <c:dPt>
            <c:idx val="17"/>
            <c:invertIfNegative val="1"/>
            <c:bubble3D val="0"/>
            <c:spPr>
              <a:solidFill>
                <a:srgbClr val="FFF3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978E-45A0-A2C5-46462028E3BF}"/>
              </c:ext>
            </c:extLst>
          </c:dPt>
          <c:dPt>
            <c:idx val="18"/>
            <c:invertIfNegative val="1"/>
            <c:bubble3D val="0"/>
            <c:spPr>
              <a:solidFill>
                <a:srgbClr val="FFF3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978E-45A0-A2C5-46462028E3BF}"/>
              </c:ext>
            </c:extLst>
          </c:dPt>
          <c:dPt>
            <c:idx val="19"/>
            <c:invertIfNegative val="1"/>
            <c:bubble3D val="0"/>
            <c:spPr>
              <a:solidFill>
                <a:srgbClr val="FEEF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978E-45A0-A2C5-46462028E3BF}"/>
              </c:ext>
            </c:extLst>
          </c:dPt>
          <c:dPt>
            <c:idx val="20"/>
            <c:invertIfNegative val="1"/>
            <c:bubble3D val="0"/>
            <c:spPr>
              <a:solidFill>
                <a:srgbClr val="FEEF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9-978E-45A0-A2C5-46462028E3BF}"/>
              </c:ext>
            </c:extLst>
          </c:dPt>
          <c:dPt>
            <c:idx val="21"/>
            <c:invertIfNegative val="1"/>
            <c:bubble3D val="0"/>
            <c:spPr>
              <a:solidFill>
                <a:srgbClr val="FEECA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B-978E-45A0-A2C5-46462028E3BF}"/>
              </c:ext>
            </c:extLst>
          </c:dPt>
          <c:dPt>
            <c:idx val="22"/>
            <c:invertIfNegative val="1"/>
            <c:bubble3D val="0"/>
            <c:spPr>
              <a:solidFill>
                <a:srgbClr val="FEE99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D-978E-45A0-A2C5-46462028E3BF}"/>
              </c:ext>
            </c:extLst>
          </c:dPt>
          <c:dPt>
            <c:idx val="23"/>
            <c:invertIfNegative val="1"/>
            <c:bubble3D val="0"/>
            <c:spPr>
              <a:solidFill>
                <a:srgbClr val="FEDE8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F-978E-45A0-A2C5-46462028E3BF}"/>
              </c:ext>
            </c:extLst>
          </c:dPt>
          <c:dPt>
            <c:idx val="24"/>
            <c:invertIfNegative val="1"/>
            <c:bubble3D val="0"/>
            <c:spPr>
              <a:solidFill>
                <a:srgbClr val="FED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1-978E-45A0-A2C5-46462028E3BF}"/>
              </c:ext>
            </c:extLst>
          </c:dPt>
          <c:dPt>
            <c:idx val="25"/>
            <c:invertIfNegative val="1"/>
            <c:bubble3D val="0"/>
            <c:spPr>
              <a:solidFill>
                <a:srgbClr val="FEDA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3-978E-45A0-A2C5-46462028E3BF}"/>
              </c:ext>
            </c:extLst>
          </c:dPt>
          <c:dPt>
            <c:idx val="26"/>
            <c:invertIfNegative val="1"/>
            <c:bubble3D val="0"/>
            <c:spPr>
              <a:solidFill>
                <a:srgbClr val="FED48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5-978E-45A0-A2C5-46462028E3BF}"/>
              </c:ext>
            </c:extLst>
          </c:dPt>
          <c:dPt>
            <c:idx val="27"/>
            <c:invertIfNegative val="1"/>
            <c:bubble3D val="0"/>
            <c:spPr>
              <a:solidFill>
                <a:srgbClr val="FED08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7-978E-45A0-A2C5-46462028E3BF}"/>
              </c:ext>
            </c:extLst>
          </c:dPt>
          <c:dPt>
            <c:idx val="28"/>
            <c:invertIfNegative val="1"/>
            <c:bubble3D val="0"/>
            <c:spPr>
              <a:solidFill>
                <a:srgbClr val="FECA7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9-978E-45A0-A2C5-46462028E3BF}"/>
              </c:ext>
            </c:extLst>
          </c:dPt>
          <c:dPt>
            <c:idx val="29"/>
            <c:invertIfNegative val="1"/>
            <c:bubble3D val="0"/>
            <c:spPr>
              <a:solidFill>
                <a:srgbClr val="FDC77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B-978E-45A0-A2C5-46462028E3BF}"/>
              </c:ext>
            </c:extLst>
          </c:dPt>
          <c:dPt>
            <c:idx val="30"/>
            <c:invertIfNegative val="1"/>
            <c:bubble3D val="0"/>
            <c:spPr>
              <a:solidFill>
                <a:srgbClr val="FDB76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D-978E-45A0-A2C5-46462028E3BF}"/>
              </c:ext>
            </c:extLst>
          </c:dPt>
          <c:dPt>
            <c:idx val="31"/>
            <c:invertIfNegative val="1"/>
            <c:bubble3D val="0"/>
            <c:spPr>
              <a:solidFill>
                <a:srgbClr val="FDB56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3F-978E-45A0-A2C5-46462028E3BF}"/>
              </c:ext>
            </c:extLst>
          </c:dPt>
          <c:dPt>
            <c:idx val="32"/>
            <c:invertIfNegative val="1"/>
            <c:bubble3D val="0"/>
            <c:spPr>
              <a:solidFill>
                <a:srgbClr val="FDB56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1-978E-45A0-A2C5-46462028E3BF}"/>
              </c:ext>
            </c:extLst>
          </c:dPt>
          <c:dPt>
            <c:idx val="33"/>
            <c:invertIfNegative val="1"/>
            <c:bubble3D val="0"/>
            <c:spPr>
              <a:solidFill>
                <a:srgbClr val="FCA55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3-978E-45A0-A2C5-46462028E3BF}"/>
              </c:ext>
            </c:extLst>
          </c:dPt>
          <c:dPt>
            <c:idx val="34"/>
            <c:invertIfNegative val="1"/>
            <c:bubble3D val="0"/>
            <c:spPr>
              <a:solidFill>
                <a:srgbClr val="FCA55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5-978E-45A0-A2C5-46462028E3BF}"/>
              </c:ext>
            </c:extLst>
          </c:dPt>
          <c:dPt>
            <c:idx val="35"/>
            <c:invertIfNegative val="1"/>
            <c:bubble3D val="0"/>
            <c:spPr>
              <a:solidFill>
                <a:srgbClr val="FA965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7-978E-45A0-A2C5-46462028E3BF}"/>
              </c:ext>
            </c:extLst>
          </c:dPt>
          <c:dPt>
            <c:idx val="36"/>
            <c:invertIfNegative val="1"/>
            <c:bubble3D val="0"/>
            <c:spPr>
              <a:solidFill>
                <a:srgbClr val="F67F4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9-978E-45A0-A2C5-46462028E3BF}"/>
              </c:ext>
            </c:extLst>
          </c:dPt>
          <c:dPt>
            <c:idx val="37"/>
            <c:invertIfNegative val="1"/>
            <c:bubble3D val="0"/>
            <c:spPr>
              <a:solidFill>
                <a:srgbClr val="F67A4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B-978E-45A0-A2C5-46462028E3BF}"/>
              </c:ext>
            </c:extLst>
          </c:dPt>
          <c:dPt>
            <c:idx val="38"/>
            <c:invertIfNegative val="1"/>
            <c:bubble3D val="0"/>
            <c:spPr>
              <a:solidFill>
                <a:srgbClr val="F5724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D-978E-45A0-A2C5-46462028E3BF}"/>
              </c:ext>
            </c:extLst>
          </c:dPt>
          <c:dPt>
            <c:idx val="39"/>
            <c:invertIfNegative val="1"/>
            <c:bubble3D val="0"/>
            <c:spPr>
              <a:solidFill>
                <a:srgbClr val="F470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4F-978E-45A0-A2C5-46462028E3BF}"/>
              </c:ext>
            </c:extLst>
          </c:dPt>
          <c:dPt>
            <c:idx val="40"/>
            <c:invertIfNegative val="1"/>
            <c:bubble3D val="0"/>
            <c:spPr>
              <a:solidFill>
                <a:srgbClr val="F2684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1-978E-45A0-A2C5-46462028E3BF}"/>
              </c:ext>
            </c:extLst>
          </c:dPt>
          <c:dPt>
            <c:idx val="41"/>
            <c:invertIfNegative val="1"/>
            <c:bubble3D val="0"/>
            <c:spPr>
              <a:solidFill>
                <a:srgbClr val="F2684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3-978E-45A0-A2C5-46462028E3BF}"/>
              </c:ext>
            </c:extLst>
          </c:dPt>
          <c:dPt>
            <c:idx val="42"/>
            <c:invertIfNegative val="1"/>
            <c:bubble3D val="0"/>
            <c:spPr>
              <a:solidFill>
                <a:srgbClr val="E54E3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5-978E-45A0-A2C5-46462028E3BF}"/>
              </c:ext>
            </c:extLst>
          </c:dPt>
          <c:dPt>
            <c:idx val="43"/>
            <c:invertIfNegative val="1"/>
            <c:bubble3D val="0"/>
            <c:spPr>
              <a:solidFill>
                <a:srgbClr val="E2473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7-978E-45A0-A2C5-46462028E3BF}"/>
              </c:ext>
            </c:extLst>
          </c:dPt>
          <c:dPt>
            <c:idx val="44"/>
            <c:invertIfNegative val="1"/>
            <c:bubble3D val="0"/>
            <c:spPr>
              <a:solidFill>
                <a:srgbClr val="CC262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9-978E-45A0-A2C5-46462028E3BF}"/>
              </c:ext>
            </c:extLst>
          </c:dPt>
          <c:dPt>
            <c:idx val="45"/>
            <c:invertIfNegative val="1"/>
            <c:bubble3D val="0"/>
            <c:spPr>
              <a:solidFill>
                <a:srgbClr val="A7022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B-978E-45A0-A2C5-46462028E3BF}"/>
              </c:ext>
            </c:extLst>
          </c:dPt>
          <c:dPt>
            <c:idx val="46"/>
            <c:invertIfNegative val="1"/>
            <c:bubble3D val="0"/>
            <c:spPr>
              <a:solidFill>
                <a:srgbClr val="A5002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5D-978E-45A0-A2C5-46462028E3BF}"/>
              </c:ext>
            </c:extLst>
          </c:dPt>
          <c:errBars>
            <c:errBarType val="both"/>
            <c:errValType val="cust"/>
            <c:noEndCap val="0"/>
            <c:plus>
              <c:numLit>
                <c:formatCode>General</c:formatCode>
                <c:ptCount val="47"/>
                <c:pt idx="0">
                  <c:v>13847.949795361521</c:v>
                </c:pt>
                <c:pt idx="1">
                  <c:v>40455.626177024475</c:v>
                </c:pt>
                <c:pt idx="2">
                  <c:v>19833.075927783371</c:v>
                </c:pt>
                <c:pt idx="3">
                  <c:v>29830.578619756445</c:v>
                </c:pt>
                <c:pt idx="4">
                  <c:v>13610.774151436024</c:v>
                </c:pt>
                <c:pt idx="5">
                  <c:v>2887.0106880824897</c:v>
                </c:pt>
                <c:pt idx="6">
                  <c:v>20180.028597449898</c:v>
                </c:pt>
                <c:pt idx="7">
                  <c:v>9117.024249642709</c:v>
                </c:pt>
                <c:pt idx="8">
                  <c:v>19033.426609442045</c:v>
                </c:pt>
                <c:pt idx="9">
                  <c:v>30932.500934579424</c:v>
                </c:pt>
                <c:pt idx="10">
                  <c:v>9642.225566180161</c:v>
                </c:pt>
                <c:pt idx="11">
                  <c:v>22178.205529953935</c:v>
                </c:pt>
                <c:pt idx="12">
                  <c:v>7631.3270890224085</c:v>
                </c:pt>
                <c:pt idx="13">
                  <c:v>22435.79496611809</c:v>
                </c:pt>
                <c:pt idx="14">
                  <c:v>24926.998473282438</c:v>
                </c:pt>
                <c:pt idx="15">
                  <c:v>11482.486305278202</c:v>
                </c:pt>
                <c:pt idx="16">
                  <c:v>15968.679392971244</c:v>
                </c:pt>
                <c:pt idx="17">
                  <c:v>26888.266768292669</c:v>
                </c:pt>
                <c:pt idx="18">
                  <c:v>32168.348175182502</c:v>
                </c:pt>
                <c:pt idx="19">
                  <c:v>19000.521311475401</c:v>
                </c:pt>
                <c:pt idx="20">
                  <c:v>23831.059248269041</c:v>
                </c:pt>
                <c:pt idx="21">
                  <c:v>6633.4364775239374</c:v>
                </c:pt>
                <c:pt idx="22">
                  <c:v>5695.1857142857043</c:v>
                </c:pt>
                <c:pt idx="23">
                  <c:v>8271.7470772442757</c:v>
                </c:pt>
                <c:pt idx="24">
                  <c:v>23965.883723522857</c:v>
                </c:pt>
                <c:pt idx="25">
                  <c:v>2442.5577376276487</c:v>
                </c:pt>
                <c:pt idx="26">
                  <c:v>2579.0042345887341</c:v>
                </c:pt>
                <c:pt idx="27">
                  <c:v>20291.930131004337</c:v>
                </c:pt>
                <c:pt idx="28">
                  <c:v>13161.706225680944</c:v>
                </c:pt>
                <c:pt idx="29">
                  <c:v>13279.919122257037</c:v>
                </c:pt>
                <c:pt idx="30">
                  <c:v>23006.938636363659</c:v>
                </c:pt>
                <c:pt idx="31">
                  <c:v>971.96576453125454</c:v>
                </c:pt>
                <c:pt idx="32">
                  <c:v>7738.9136546184891</c:v>
                </c:pt>
                <c:pt idx="33">
                  <c:v>9663.2808485562273</c:v>
                </c:pt>
                <c:pt idx="34">
                  <c:v>2140.2190209566324</c:v>
                </c:pt>
                <c:pt idx="35">
                  <c:v>7926.6484875445021</c:v>
                </c:pt>
                <c:pt idx="36">
                  <c:v>4901.7728439059283</c:v>
                </c:pt>
                <c:pt idx="37">
                  <c:v>1403.1698525469401</c:v>
                </c:pt>
                <c:pt idx="38">
                  <c:v>1494.255864702689</c:v>
                </c:pt>
                <c:pt idx="39">
                  <c:v>9666.9593220338866</c:v>
                </c:pt>
                <c:pt idx="40">
                  <c:v>9792.9899204244139</c:v>
                </c:pt>
                <c:pt idx="41">
                  <c:v>9482.5963703703892</c:v>
                </c:pt>
                <c:pt idx="42">
                  <c:v>31703.510152284289</c:v>
                </c:pt>
                <c:pt idx="43">
                  <c:v>1291.0856910569128</c:v>
                </c:pt>
                <c:pt idx="44">
                  <c:v>25603.871807838179</c:v>
                </c:pt>
                <c:pt idx="45">
                  <c:v>551.45843630970921</c:v>
                </c:pt>
                <c:pt idx="46">
                  <c:v>3742.8470938474347</c:v>
                </c:pt>
              </c:numLit>
            </c:plus>
            <c:minus>
              <c:numLit>
                <c:formatCode>General</c:formatCode>
                <c:ptCount val="4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Sheet1!$A$2:$A$48</c:f>
              <c:strCache>
                <c:ptCount val="47"/>
                <c:pt idx="0">
                  <c:v>Okinawa</c:v>
                </c:pt>
                <c:pt idx="1">
                  <c:v>Tottori</c:v>
                </c:pt>
                <c:pt idx="2">
                  <c:v>Toyama</c:v>
                </c:pt>
                <c:pt idx="3">
                  <c:v>Fukui</c:v>
                </c:pt>
                <c:pt idx="4">
                  <c:v>Kagoshima</c:v>
                </c:pt>
                <c:pt idx="5">
                  <c:v>Hokkaido</c:v>
                </c:pt>
                <c:pt idx="6">
                  <c:v>Ishikawa</c:v>
                </c:pt>
                <c:pt idx="7">
                  <c:v>Niigata</c:v>
                </c:pt>
                <c:pt idx="8">
                  <c:v>Aomori</c:v>
                </c:pt>
                <c:pt idx="9">
                  <c:v>Shimane</c:v>
                </c:pt>
                <c:pt idx="10">
                  <c:v>Nagano</c:v>
                </c:pt>
                <c:pt idx="11">
                  <c:v>Oita</c:v>
                </c:pt>
                <c:pt idx="12">
                  <c:v>Okayama</c:v>
                </c:pt>
                <c:pt idx="13">
                  <c:v>Miyazaki</c:v>
                </c:pt>
                <c:pt idx="14">
                  <c:v>Kagawa</c:v>
                </c:pt>
                <c:pt idx="15">
                  <c:v>Shiga</c:v>
                </c:pt>
                <c:pt idx="16">
                  <c:v>Nagasaki</c:v>
                </c:pt>
                <c:pt idx="17">
                  <c:v>Kochi</c:v>
                </c:pt>
                <c:pt idx="18">
                  <c:v>Tokushima</c:v>
                </c:pt>
                <c:pt idx="19">
                  <c:v>Yamaguchi</c:v>
                </c:pt>
                <c:pt idx="20">
                  <c:v>Yamagata</c:v>
                </c:pt>
                <c:pt idx="21">
                  <c:v>Hiroshima</c:v>
                </c:pt>
                <c:pt idx="22">
                  <c:v>Kyoto</c:v>
                </c:pt>
                <c:pt idx="23">
                  <c:v>Gifu</c:v>
                </c:pt>
                <c:pt idx="24">
                  <c:v>Akita</c:v>
                </c:pt>
                <c:pt idx="25">
                  <c:v>Fukuoka</c:v>
                </c:pt>
                <c:pt idx="26">
                  <c:v>Hyogo</c:v>
                </c:pt>
                <c:pt idx="27">
                  <c:v>Iwate</c:v>
                </c:pt>
                <c:pt idx="28">
                  <c:v>Nara</c:v>
                </c:pt>
                <c:pt idx="29">
                  <c:v>Ehime</c:v>
                </c:pt>
                <c:pt idx="30">
                  <c:v>Wakayama</c:v>
                </c:pt>
                <c:pt idx="31">
                  <c:v>Osaka</c:v>
                </c:pt>
                <c:pt idx="32">
                  <c:v>Fukushima</c:v>
                </c:pt>
                <c:pt idx="33">
                  <c:v>Kumamoto</c:v>
                </c:pt>
                <c:pt idx="34">
                  <c:v>Chiba</c:v>
                </c:pt>
                <c:pt idx="35">
                  <c:v>Miyagi</c:v>
                </c:pt>
                <c:pt idx="36">
                  <c:v>Ibaraki</c:v>
                </c:pt>
                <c:pt idx="37">
                  <c:v>Aichi</c:v>
                </c:pt>
                <c:pt idx="38">
                  <c:v>Saitama</c:v>
                </c:pt>
                <c:pt idx="39">
                  <c:v>Mie</c:v>
                </c:pt>
                <c:pt idx="40">
                  <c:v>Tochigi</c:v>
                </c:pt>
                <c:pt idx="41">
                  <c:v>Gunma</c:v>
                </c:pt>
                <c:pt idx="42">
                  <c:v>Saga</c:v>
                </c:pt>
                <c:pt idx="43">
                  <c:v>Kanagawa</c:v>
                </c:pt>
                <c:pt idx="44">
                  <c:v>Yamanashi</c:v>
                </c:pt>
                <c:pt idx="45">
                  <c:v>Tokyo</c:v>
                </c:pt>
                <c:pt idx="46">
                  <c:v>Shizuoka</c:v>
                </c:pt>
              </c:strCache>
            </c:strRef>
          </c:cat>
          <c:val>
            <c:numRef>
              <c:f>Sheet1!$B$2:$B$48</c:f>
              <c:numCache>
                <c:formatCode>General</c:formatCode>
                <c:ptCount val="47"/>
                <c:pt idx="0">
                  <c:v>65679.100000000006</c:v>
                </c:pt>
                <c:pt idx="1">
                  <c:v>80352.5</c:v>
                </c:pt>
                <c:pt idx="2">
                  <c:v>96881.9</c:v>
                </c:pt>
                <c:pt idx="3">
                  <c:v>104889.60000000001</c:v>
                </c:pt>
                <c:pt idx="4">
                  <c:v>107950</c:v>
                </c:pt>
                <c:pt idx="5">
                  <c:v>109582.7</c:v>
                </c:pt>
                <c:pt idx="6">
                  <c:v>112565.2</c:v>
                </c:pt>
                <c:pt idx="7">
                  <c:v>112832.9</c:v>
                </c:pt>
                <c:pt idx="8">
                  <c:v>112873.60000000001</c:v>
                </c:pt>
                <c:pt idx="9">
                  <c:v>113413.2</c:v>
                </c:pt>
                <c:pt idx="10">
                  <c:v>118267.4</c:v>
                </c:pt>
                <c:pt idx="11">
                  <c:v>135410.79999999999</c:v>
                </c:pt>
                <c:pt idx="12">
                  <c:v>136768.1</c:v>
                </c:pt>
                <c:pt idx="13">
                  <c:v>137810.6</c:v>
                </c:pt>
                <c:pt idx="14">
                  <c:v>138960.20000000001</c:v>
                </c:pt>
                <c:pt idx="15">
                  <c:v>139306.1</c:v>
                </c:pt>
                <c:pt idx="16">
                  <c:v>140887.20000000001</c:v>
                </c:pt>
                <c:pt idx="17">
                  <c:v>141452</c:v>
                </c:pt>
                <c:pt idx="18">
                  <c:v>141500.9</c:v>
                </c:pt>
                <c:pt idx="19">
                  <c:v>143208.20000000001</c:v>
                </c:pt>
                <c:pt idx="20">
                  <c:v>143628.1</c:v>
                </c:pt>
                <c:pt idx="21">
                  <c:v>144772.1</c:v>
                </c:pt>
                <c:pt idx="22">
                  <c:v>146128.6</c:v>
                </c:pt>
                <c:pt idx="23">
                  <c:v>150488.6</c:v>
                </c:pt>
                <c:pt idx="24">
                  <c:v>151095.9</c:v>
                </c:pt>
                <c:pt idx="25">
                  <c:v>151673.5</c:v>
                </c:pt>
                <c:pt idx="26">
                  <c:v>153330.29999999999</c:v>
                </c:pt>
                <c:pt idx="27">
                  <c:v>154529</c:v>
                </c:pt>
                <c:pt idx="28">
                  <c:v>156263.29999999999</c:v>
                </c:pt>
                <c:pt idx="29">
                  <c:v>157423.20000000001</c:v>
                </c:pt>
                <c:pt idx="30">
                  <c:v>161623.79999999999</c:v>
                </c:pt>
                <c:pt idx="31">
                  <c:v>162101.4</c:v>
                </c:pt>
                <c:pt idx="32">
                  <c:v>162342.5</c:v>
                </c:pt>
                <c:pt idx="33">
                  <c:v>166264.20000000001</c:v>
                </c:pt>
                <c:pt idx="34">
                  <c:v>166282.9</c:v>
                </c:pt>
                <c:pt idx="35">
                  <c:v>169309.9</c:v>
                </c:pt>
                <c:pt idx="36">
                  <c:v>174440.9</c:v>
                </c:pt>
                <c:pt idx="37">
                  <c:v>175390.8</c:v>
                </c:pt>
                <c:pt idx="38">
                  <c:v>177101</c:v>
                </c:pt>
                <c:pt idx="39">
                  <c:v>177591.6</c:v>
                </c:pt>
                <c:pt idx="40">
                  <c:v>179041.8</c:v>
                </c:pt>
                <c:pt idx="41">
                  <c:v>179090.6</c:v>
                </c:pt>
                <c:pt idx="42">
                  <c:v>185525.5</c:v>
                </c:pt>
                <c:pt idx="43">
                  <c:v>186972.9</c:v>
                </c:pt>
                <c:pt idx="44">
                  <c:v>195340.4</c:v>
                </c:pt>
                <c:pt idx="45">
                  <c:v>205867.2</c:v>
                </c:pt>
                <c:pt idx="46">
                  <c:v>206425.9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E-978E-45A0-A2C5-46462028E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 sz="1200"/>
                  <a:t>Volume per 100,000 population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3 total</c:v>
                </c:pt>
              </c:strCache>
            </c:strRef>
          </c:tx>
          <c:spPr>
            <a:ln w="28575">
              <a:solidFill>
                <a:srgbClr val="2E75B6"/>
              </a:solidFill>
            </a:ln>
          </c:spPr>
          <c:marker>
            <c:symbol val="circle"/>
            <c:size val="5"/>
            <c:spPr>
              <a:solidFill>
                <a:srgbClr val="2E75B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72131.222494531103</c:v>
                </c:pt>
                <c:pt idx="1">
                  <c:v>8704.5951038180356</c:v>
                </c:pt>
                <c:pt idx="2">
                  <c:v>9846.1272367251659</c:v>
                </c:pt>
                <c:pt idx="3">
                  <c:v>11401.330911465804</c:v>
                </c:pt>
                <c:pt idx="4">
                  <c:v>10686.005791067917</c:v>
                </c:pt>
                <c:pt idx="5">
                  <c:v>11904.195368678062</c:v>
                </c:pt>
                <c:pt idx="6">
                  <c:v>13951.15993800835</c:v>
                </c:pt>
                <c:pt idx="7">
                  <c:v>54260.245074502018</c:v>
                </c:pt>
                <c:pt idx="8">
                  <c:v>14.39023906327202</c:v>
                </c:pt>
                <c:pt idx="9">
                  <c:v>12.02680554552353</c:v>
                </c:pt>
                <c:pt idx="10">
                  <c:v>12.949159148003673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85821.9</c:v>
                </c:pt>
                <c:pt idx="1">
                  <c:v>96931.6</c:v>
                </c:pt>
                <c:pt idx="2">
                  <c:v>101499.7</c:v>
                </c:pt>
                <c:pt idx="3">
                  <c:v>117285.7</c:v>
                </c:pt>
                <c:pt idx="4">
                  <c:v>130288.8</c:v>
                </c:pt>
                <c:pt idx="5">
                  <c:v>119506.2</c:v>
                </c:pt>
                <c:pt idx="6">
                  <c:v>131361.5</c:v>
                </c:pt>
                <c:pt idx="7">
                  <c:v>113792</c:v>
                </c:pt>
                <c:pt idx="8">
                  <c:v>162497.4</c:v>
                </c:pt>
                <c:pt idx="9">
                  <c:v>157937.79999999999</c:v>
                </c:pt>
                <c:pt idx="10">
                  <c:v>162176.5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40-43A8-AE55-D0451D48B9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Epinastine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1.5593081630868255E-2</c:v>
                </c:pt>
                <c:pt idx="1">
                  <c:v>3.5540265649615321E-2</c:v>
                </c:pt>
                <c:pt idx="2">
                  <c:v>0</c:v>
                </c:pt>
                <c:pt idx="3">
                  <c:v>0</c:v>
                </c:pt>
                <c:pt idx="4">
                  <c:v>3.4114185837097466E-2</c:v>
                </c:pt>
                <c:pt idx="5">
                  <c:v>0</c:v>
                </c:pt>
                <c:pt idx="6">
                  <c:v>0</c:v>
                </c:pt>
                <c:pt idx="7">
                  <c:v>17440.761356972114</c:v>
                </c:pt>
                <c:pt idx="8">
                  <c:v>7.2145991068100557</c:v>
                </c:pt>
                <c:pt idx="9">
                  <c:v>5.5827973591367481</c:v>
                </c:pt>
                <c:pt idx="10">
                  <c:v>6.5030420102993958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11401.7</c:v>
                </c:pt>
                <c:pt idx="1">
                  <c:v>22506.2</c:v>
                </c:pt>
                <c:pt idx="2">
                  <c:v>28491</c:v>
                </c:pt>
                <c:pt idx="3">
                  <c:v>38454.5</c:v>
                </c:pt>
                <c:pt idx="4">
                  <c:v>47940.5</c:v>
                </c:pt>
                <c:pt idx="5">
                  <c:v>48832.9</c:v>
                </c:pt>
                <c:pt idx="6">
                  <c:v>59405.1</c:v>
                </c:pt>
                <c:pt idx="7">
                  <c:v>58116.5</c:v>
                </c:pt>
                <c:pt idx="8">
                  <c:v>85946.5</c:v>
                </c:pt>
                <c:pt idx="9">
                  <c:v>88190.8</c:v>
                </c:pt>
                <c:pt idx="10">
                  <c:v>95507.8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40-43A8-AE55-D0451D48B9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Olopatadine</c:v>
                </c:pt>
              </c:strCache>
            </c:strRef>
          </c:tx>
          <c:spPr>
            <a:ln w="28575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5.001390898542013E-3</c:v>
                </c:pt>
                <c:pt idx="2">
                  <c:v>1.882842781196814E-2</c:v>
                </c:pt>
                <c:pt idx="3">
                  <c:v>0</c:v>
                </c:pt>
                <c:pt idx="4">
                  <c:v>2.8801436223147903E-2</c:v>
                </c:pt>
                <c:pt idx="5">
                  <c:v>3.3438854858104605E-2</c:v>
                </c:pt>
                <c:pt idx="6">
                  <c:v>0</c:v>
                </c:pt>
                <c:pt idx="7">
                  <c:v>19378.622703187262</c:v>
                </c:pt>
                <c:pt idx="8">
                  <c:v>2.4470267955839518</c:v>
                </c:pt>
                <c:pt idx="9">
                  <c:v>2.4370779152959585</c:v>
                </c:pt>
                <c:pt idx="10">
                  <c:v>3.2266281107804389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55658.5</c:v>
                </c:pt>
                <c:pt idx="1">
                  <c:v>54827.1</c:v>
                </c:pt>
                <c:pt idx="2">
                  <c:v>54426</c:v>
                </c:pt>
                <c:pt idx="3">
                  <c:v>59882.1</c:v>
                </c:pt>
                <c:pt idx="4">
                  <c:v>63620.2</c:v>
                </c:pt>
                <c:pt idx="5">
                  <c:v>54650.8</c:v>
                </c:pt>
                <c:pt idx="6">
                  <c:v>56004.5</c:v>
                </c:pt>
                <c:pt idx="7">
                  <c:v>45258.2</c:v>
                </c:pt>
                <c:pt idx="8">
                  <c:v>59815.199999999997</c:v>
                </c:pt>
                <c:pt idx="9">
                  <c:v>54851.6</c:v>
                </c:pt>
                <c:pt idx="10">
                  <c:v>53225.5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40-43A8-AE55-D0451D48B96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Levocabastine</c:v>
                </c:pt>
              </c:strCache>
            </c:strRef>
          </c:tx>
          <c:spPr>
            <a:ln w="28575">
              <a:solidFill>
                <a:srgbClr val="548235"/>
              </a:solidFill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72131.152659700034</c:v>
                </c:pt>
                <c:pt idx="1">
                  <c:v>8704.5545621614838</c:v>
                </c:pt>
                <c:pt idx="2">
                  <c:v>9846.0334335864791</c:v>
                </c:pt>
                <c:pt idx="3">
                  <c:v>11401.367713956504</c:v>
                </c:pt>
                <c:pt idx="4">
                  <c:v>10686.042875445852</c:v>
                </c:pt>
                <c:pt idx="5">
                  <c:v>11904.184339010997</c:v>
                </c:pt>
                <c:pt idx="6">
                  <c:v>13951.230673980945</c:v>
                </c:pt>
                <c:pt idx="7">
                  <c:v>17440.761014342628</c:v>
                </c:pt>
                <c:pt idx="8">
                  <c:v>4.8286131608874712</c:v>
                </c:pt>
                <c:pt idx="9">
                  <c:v>4.0069302710835473</c:v>
                </c:pt>
                <c:pt idx="10">
                  <c:v>3.2194890269238385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18761.8</c:v>
                </c:pt>
                <c:pt idx="1">
                  <c:v>19598.3</c:v>
                </c:pt>
                <c:pt idx="2">
                  <c:v>18582.8</c:v>
                </c:pt>
                <c:pt idx="3">
                  <c:v>18949.099999999999</c:v>
                </c:pt>
                <c:pt idx="4">
                  <c:v>18728</c:v>
                </c:pt>
                <c:pt idx="5">
                  <c:v>16022.5</c:v>
                </c:pt>
                <c:pt idx="6">
                  <c:v>15951.9</c:v>
                </c:pt>
                <c:pt idx="7">
                  <c:v>10417.4</c:v>
                </c:pt>
                <c:pt idx="8">
                  <c:v>16735.599999999999</c:v>
                </c:pt>
                <c:pt idx="9">
                  <c:v>14895.4</c:v>
                </c:pt>
                <c:pt idx="10">
                  <c:v>13443.2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240-43A8-AE55-D0451D48B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Volume per 100,000 population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Epinastine</c:v>
                </c:pt>
              </c:strCache>
            </c:strRef>
          </c:tx>
          <c:spPr>
            <a:ln w="28575">
              <a:solidFill>
                <a:srgbClr val="2E75B6"/>
              </a:solidFill>
            </a:ln>
          </c:spPr>
          <c:marker>
            <c:symbol val="circle"/>
            <c:size val="5"/>
            <c:spPr>
              <a:solidFill>
                <a:srgbClr val="2E75B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2.2000000000019782E-3</c:v>
                </c:pt>
                <c:pt idx="6">
                  <c:v>2.6000000000010459E-3</c:v>
                </c:pt>
                <c:pt idx="7">
                  <c:v>6.5050000000000026</c:v>
                </c:pt>
                <c:pt idx="8">
                  <c:v>3.0999999999963279E-3</c:v>
                </c:pt>
                <c:pt idx="9">
                  <c:v>4.99999999995282E-4</c:v>
                </c:pt>
                <c:pt idx="10">
                  <c:v>2.899999999996794E-3</c:v>
                </c:pt>
              </c:numLit>
            </c:plus>
            <c:minus>
              <c:numLit>
                <c:formatCode>General</c:formatCode>
                <c:ptCount val="11"/>
                <c:pt idx="0">
                  <c:v>6.0715999999999992</c:v>
                </c:pt>
                <c:pt idx="1">
                  <c:v>1.9146000000000001</c:v>
                </c:pt>
                <c:pt idx="2">
                  <c:v>2.4821999999999989</c:v>
                </c:pt>
                <c:pt idx="3">
                  <c:v>2.9077999999999982</c:v>
                </c:pt>
                <c:pt idx="4">
                  <c:v>2.7934999999999945</c:v>
                </c:pt>
                <c:pt idx="5">
                  <c:v>3.6993999999999971</c:v>
                </c:pt>
                <c:pt idx="6">
                  <c:v>4.339100000000002</c:v>
                </c:pt>
                <c:pt idx="7">
                  <c:v>12.482999999999997</c:v>
                </c:pt>
                <c:pt idx="8">
                  <c:v>1.300000000000523E-3</c:v>
                </c:pt>
                <c:pt idx="9">
                  <c:v>3.3000000000029672E-3</c:v>
                </c:pt>
                <c:pt idx="10">
                  <c:v>1.1000000000009891E-3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13.29</c:v>
                </c:pt>
                <c:pt idx="1">
                  <c:v>23.22</c:v>
                </c:pt>
                <c:pt idx="2">
                  <c:v>28.07</c:v>
                </c:pt>
                <c:pt idx="3">
                  <c:v>32.79</c:v>
                </c:pt>
                <c:pt idx="4">
                  <c:v>36.799999999999997</c:v>
                </c:pt>
                <c:pt idx="5">
                  <c:v>40.86</c:v>
                </c:pt>
                <c:pt idx="6">
                  <c:v>45.22</c:v>
                </c:pt>
                <c:pt idx="7">
                  <c:v>51.07</c:v>
                </c:pt>
                <c:pt idx="8">
                  <c:v>52.89</c:v>
                </c:pt>
                <c:pt idx="9">
                  <c:v>55.84</c:v>
                </c:pt>
                <c:pt idx="10">
                  <c:v>58.89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6C-4F81-B958-7A2F86F338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Olopatadine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3.3999999999991815E-3</c:v>
                </c:pt>
                <c:pt idx="1">
                  <c:v>2.6999999999972601E-3</c:v>
                </c:pt>
                <c:pt idx="2">
                  <c:v>1.8000000000029104E-3</c:v>
                </c:pt>
                <c:pt idx="3">
                  <c:v>0</c:v>
                </c:pt>
                <c:pt idx="4">
                  <c:v>1.9999999999953388E-4</c:v>
                </c:pt>
                <c:pt idx="5">
                  <c:v>5.0000000000238742E-4</c:v>
                </c:pt>
                <c:pt idx="6">
                  <c:v>3.8999999999944635E-3</c:v>
                </c:pt>
                <c:pt idx="7">
                  <c:v>8.7667999999999964</c:v>
                </c:pt>
                <c:pt idx="8">
                  <c:v>8.9999999999434976E-4</c:v>
                </c:pt>
                <c:pt idx="9">
                  <c:v>9.0000000000145519E-4</c:v>
                </c:pt>
                <c:pt idx="10">
                  <c:v>7.9999999999813554E-4</c:v>
                </c:pt>
              </c:numLit>
            </c:plus>
            <c:minus>
              <c:numLit>
                <c:formatCode>General</c:formatCode>
                <c:ptCount val="11"/>
                <c:pt idx="0">
                  <c:v>29.612699999999997</c:v>
                </c:pt>
                <c:pt idx="1">
                  <c:v>4.6582000000000008</c:v>
                </c:pt>
                <c:pt idx="2">
                  <c:v>4.7397999999999954</c:v>
                </c:pt>
                <c:pt idx="3">
                  <c:v>4.5269000000000048</c:v>
                </c:pt>
                <c:pt idx="4">
                  <c:v>3.7012</c:v>
                </c:pt>
                <c:pt idx="5">
                  <c:v>4.1420999999999992</c:v>
                </c:pt>
                <c:pt idx="6">
                  <c:v>4.0893000000000015</c:v>
                </c:pt>
                <c:pt idx="7">
                  <c:v>9.3287000000000049</c:v>
                </c:pt>
                <c:pt idx="8">
                  <c:v>2.7000000000043656E-3</c:v>
                </c:pt>
                <c:pt idx="9">
                  <c:v>2.1999999999948727E-3</c:v>
                </c:pt>
                <c:pt idx="10">
                  <c:v>2.4999999999977263E-3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64.849999999999994</c:v>
                </c:pt>
                <c:pt idx="1">
                  <c:v>56.56</c:v>
                </c:pt>
                <c:pt idx="2">
                  <c:v>53.62</c:v>
                </c:pt>
                <c:pt idx="3">
                  <c:v>51.06</c:v>
                </c:pt>
                <c:pt idx="4">
                  <c:v>48.83</c:v>
                </c:pt>
                <c:pt idx="5">
                  <c:v>45.73</c:v>
                </c:pt>
                <c:pt idx="6">
                  <c:v>42.63</c:v>
                </c:pt>
                <c:pt idx="7">
                  <c:v>39.770000000000003</c:v>
                </c:pt>
                <c:pt idx="8">
                  <c:v>36.81</c:v>
                </c:pt>
                <c:pt idx="9">
                  <c:v>34.729999999999997</c:v>
                </c:pt>
                <c:pt idx="10">
                  <c:v>32.82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6C-4F81-B958-7A2F86F338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Levocabastine</c:v>
                </c:pt>
              </c:strCache>
            </c:strRef>
          </c:tx>
          <c:spPr>
            <a:ln w="28575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35.6843</c:v>
                </c:pt>
                <c:pt idx="1">
                  <c:v>6.5728000000000009</c:v>
                </c:pt>
                <c:pt idx="2">
                  <c:v>7.2220000000000013</c:v>
                </c:pt>
                <c:pt idx="3">
                  <c:v>7.4247000000000014</c:v>
                </c:pt>
                <c:pt idx="4">
                  <c:v>6.4947999999999997</c:v>
                </c:pt>
                <c:pt idx="5">
                  <c:v>7.8414999999999999</c:v>
                </c:pt>
                <c:pt idx="6">
                  <c:v>8.4384999999999977</c:v>
                </c:pt>
                <c:pt idx="7">
                  <c:v>12.078000000000001</c:v>
                </c:pt>
                <c:pt idx="8">
                  <c:v>1.6999999999995907E-3</c:v>
                </c:pt>
                <c:pt idx="9">
                  <c:v>3.5000000000007248E-3</c:v>
                </c:pt>
                <c:pt idx="10">
                  <c:v>1.1000000000009891E-3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1.300000000000523E-3</c:v>
                </c:pt>
                <c:pt idx="2">
                  <c:v>1.7999999999993577E-3</c:v>
                </c:pt>
                <c:pt idx="3">
                  <c:v>3.5999999999987153E-3</c:v>
                </c:pt>
                <c:pt idx="4">
                  <c:v>0</c:v>
                </c:pt>
                <c:pt idx="5">
                  <c:v>2.7000000000008129E-3</c:v>
                </c:pt>
                <c:pt idx="6">
                  <c:v>0</c:v>
                </c:pt>
                <c:pt idx="7">
                  <c:v>2.2333000000000007</c:v>
                </c:pt>
                <c:pt idx="8">
                  <c:v>1.5999999999998238E-3</c:v>
                </c:pt>
                <c:pt idx="9">
                  <c:v>0</c:v>
                </c:pt>
                <c:pt idx="10">
                  <c:v>1.2999999999987466E-3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21.86</c:v>
                </c:pt>
                <c:pt idx="1">
                  <c:v>20.22</c:v>
                </c:pt>
                <c:pt idx="2">
                  <c:v>18.309999999999999</c:v>
                </c:pt>
                <c:pt idx="3">
                  <c:v>16.16</c:v>
                </c:pt>
                <c:pt idx="4">
                  <c:v>14.37</c:v>
                </c:pt>
                <c:pt idx="5">
                  <c:v>13.41</c:v>
                </c:pt>
                <c:pt idx="6">
                  <c:v>12.14</c:v>
                </c:pt>
                <c:pt idx="7">
                  <c:v>9.15</c:v>
                </c:pt>
                <c:pt idx="8">
                  <c:v>10.3</c:v>
                </c:pt>
                <c:pt idx="9">
                  <c:v>9.43</c:v>
                </c:pt>
                <c:pt idx="10">
                  <c:v>8.2899999999999991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6C-4F81-B958-7A2F86F338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Share within top-3 total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0.1% share (%)</c:v>
                </c:pt>
              </c:strCache>
            </c:strRef>
          </c:tx>
          <c:spPr>
            <a:ln w="28575">
              <a:solidFill>
                <a:srgbClr val="2E75B6"/>
              </a:solidFill>
            </a:ln>
          </c:spPr>
          <c:marker>
            <c:symbol val="circle"/>
            <c:size val="5"/>
            <c:spPr>
              <a:solidFill>
                <a:srgbClr val="2E75B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4.4900000000001938E-2</c:v>
                </c:pt>
                <c:pt idx="6">
                  <c:v>2.8000000000005798E-3</c:v>
                </c:pt>
                <c:pt idx="7">
                  <c:v>0</c:v>
                </c:pt>
                <c:pt idx="8">
                  <c:v>0</c:v>
                </c:pt>
                <c:pt idx="9">
                  <c:v>5.1399999999993895E-2</c:v>
                </c:pt>
                <c:pt idx="10">
                  <c:v>3.310000000000457E-2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2.6200000000002888E-2</c:v>
                </c:pt>
                <c:pt idx="8">
                  <c:v>5.7000000000044793E-3</c:v>
                </c:pt>
                <c:pt idx="9">
                  <c:v>0</c:v>
                </c:pt>
                <c:pt idx="10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19.2</c:v>
                </c:pt>
                <c:pt idx="6">
                  <c:v>50.8</c:v>
                </c:pt>
                <c:pt idx="7">
                  <c:v>60</c:v>
                </c:pt>
                <c:pt idx="8">
                  <c:v>57.6</c:v>
                </c:pt>
                <c:pt idx="9">
                  <c:v>61.2</c:v>
                </c:pt>
                <c:pt idx="10">
                  <c:v>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08-4DDD-96FC-2342AFA982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0.05% share (%)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2.6200000000002888E-2</c:v>
                </c:pt>
                <c:pt idx="8">
                  <c:v>5.7000000000044793E-3</c:v>
                </c:pt>
                <c:pt idx="9">
                  <c:v>0</c:v>
                </c:pt>
                <c:pt idx="10">
                  <c:v>0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4.4899999999998386E-2</c:v>
                </c:pt>
                <c:pt idx="6">
                  <c:v>2.8000000000005798E-3</c:v>
                </c:pt>
                <c:pt idx="7">
                  <c:v>0</c:v>
                </c:pt>
                <c:pt idx="8">
                  <c:v>0</c:v>
                </c:pt>
                <c:pt idx="9">
                  <c:v>5.1399999999993895E-2</c:v>
                </c:pt>
                <c:pt idx="10">
                  <c:v>3.3099999999997465E-2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80.8</c:v>
                </c:pt>
                <c:pt idx="6">
                  <c:v>49.2</c:v>
                </c:pt>
                <c:pt idx="7">
                  <c:v>40</c:v>
                </c:pt>
                <c:pt idx="8">
                  <c:v>42.4</c:v>
                </c:pt>
                <c:pt idx="9">
                  <c:v>38.799999999999997</c:v>
                </c:pt>
                <c:pt idx="10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08-4DDD-96FC-2342AFA982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Share within epinastine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0.1% share (%)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20"/>
                <c:pt idx="0">
                  <c:v>0.16445859503792803</c:v>
                </c:pt>
                <c:pt idx="1">
                  <c:v>3.1287966361048802E-3</c:v>
                </c:pt>
                <c:pt idx="2">
                  <c:v>1.3638106049270959E-2</c:v>
                </c:pt>
                <c:pt idx="3">
                  <c:v>9.4134425751022377E-2</c:v>
                </c:pt>
                <c:pt idx="4">
                  <c:v>0.23589934721388062</c:v>
                </c:pt>
                <c:pt idx="5">
                  <c:v>0.19556289620577871</c:v>
                </c:pt>
                <c:pt idx="6">
                  <c:v>0.16331167433385474</c:v>
                </c:pt>
                <c:pt idx="7">
                  <c:v>0.14465816165726153</c:v>
                </c:pt>
                <c:pt idx="8">
                  <c:v>8.1772714543333791E-2</c:v>
                </c:pt>
                <c:pt idx="9">
                  <c:v>3.2167228395962866E-2</c:v>
                </c:pt>
                <c:pt idx="10">
                  <c:v>1.9713270012893247E-2</c:v>
                </c:pt>
                <c:pt idx="11">
                  <c:v>2.4741657629803626E-2</c:v>
                </c:pt>
                <c:pt idx="12">
                  <c:v>4.2780428605766474E-2</c:v>
                </c:pt>
                <c:pt idx="13">
                  <c:v>4.5475905966696928E-2</c:v>
                </c:pt>
                <c:pt idx="14">
                  <c:v>3.3917035626927827E-2</c:v>
                </c:pt>
                <c:pt idx="15">
                  <c:v>3.1212695810218349E-2</c:v>
                </c:pt>
                <c:pt idx="16">
                  <c:v>2.826866504248926E-2</c:v>
                </c:pt>
                <c:pt idx="17">
                  <c:v>7.6037562372135881E-2</c:v>
                </c:pt>
                <c:pt idx="18">
                  <c:v>0.20916974912911002</c:v>
                </c:pt>
                <c:pt idx="19">
                  <c:v>3.9076578829346715</c:v>
                </c:pt>
              </c:numLit>
            </c:plus>
            <c:minus>
              <c:numLit>
                <c:formatCode>General</c:formatCode>
                <c:ptCount val="20"/>
                <c:pt idx="0">
                  <c:v>4.6250026144499827</c:v>
                </c:pt>
                <c:pt idx="1">
                  <c:v>0.51786762401330577</c:v>
                </c:pt>
                <c:pt idx="2">
                  <c:v>0.41237096228952907</c:v>
                </c:pt>
                <c:pt idx="3">
                  <c:v>0.66296882102199106</c:v>
                </c:pt>
                <c:pt idx="4">
                  <c:v>1.3259024672617983</c:v>
                </c:pt>
                <c:pt idx="5">
                  <c:v>0.9524324165913356</c:v>
                </c:pt>
                <c:pt idx="6">
                  <c:v>0.9110587416516438</c:v>
                </c:pt>
                <c:pt idx="7">
                  <c:v>0.7933113411154693</c:v>
                </c:pt>
                <c:pt idx="8">
                  <c:v>0.72044848271644213</c:v>
                </c:pt>
                <c:pt idx="9">
                  <c:v>0.66049230785890956</c:v>
                </c:pt>
                <c:pt idx="10">
                  <c:v>0.47830871013963616</c:v>
                </c:pt>
                <c:pt idx="11">
                  <c:v>0.61599299990029976</c:v>
                </c:pt>
                <c:pt idx="12">
                  <c:v>0.66802196336801956</c:v>
                </c:pt>
                <c:pt idx="13">
                  <c:v>0.61490751851302861</c:v>
                </c:pt>
                <c:pt idx="14">
                  <c:v>0.60994205126001333</c:v>
                </c:pt>
                <c:pt idx="15">
                  <c:v>0.41982705896779038</c:v>
                </c:pt>
                <c:pt idx="16">
                  <c:v>0.57683792635046416</c:v>
                </c:pt>
                <c:pt idx="17">
                  <c:v>1.3985811950246116</c:v>
                </c:pt>
                <c:pt idx="18">
                  <c:v>4.3749266568103096</c:v>
                </c:pt>
                <c:pt idx="19">
                  <c:v>16.932753881617792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Sheet1!$A$2:$A$21</c:f>
              <c:strCache>
                <c:ptCount val="20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35-39</c:v>
                </c:pt>
                <c:pt idx="8">
                  <c:v>40-44</c:v>
                </c:pt>
                <c:pt idx="9">
                  <c:v>45-49</c:v>
                </c:pt>
                <c:pt idx="10">
                  <c:v>50-54</c:v>
                </c:pt>
                <c:pt idx="11">
                  <c:v>55-59</c:v>
                </c:pt>
                <c:pt idx="12">
                  <c:v>60-64</c:v>
                </c:pt>
                <c:pt idx="13">
                  <c:v>65-69</c:v>
                </c:pt>
                <c:pt idx="14">
                  <c:v>70-74</c:v>
                </c:pt>
                <c:pt idx="15">
                  <c:v>75-79</c:v>
                </c:pt>
                <c:pt idx="16">
                  <c:v>80-84</c:v>
                </c:pt>
                <c:pt idx="17">
                  <c:v>85-89</c:v>
                </c:pt>
                <c:pt idx="18">
                  <c:v>90-94</c:v>
                </c:pt>
                <c:pt idx="19">
                  <c:v>95-99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82.99</c:v>
                </c:pt>
                <c:pt idx="1">
                  <c:v>82.72</c:v>
                </c:pt>
                <c:pt idx="2">
                  <c:v>78.709999999999994</c:v>
                </c:pt>
                <c:pt idx="3">
                  <c:v>70.260000000000005</c:v>
                </c:pt>
                <c:pt idx="4">
                  <c:v>61.71</c:v>
                </c:pt>
                <c:pt idx="5">
                  <c:v>63.05</c:v>
                </c:pt>
                <c:pt idx="6">
                  <c:v>63.81</c:v>
                </c:pt>
                <c:pt idx="7">
                  <c:v>63.21</c:v>
                </c:pt>
                <c:pt idx="8">
                  <c:v>62.81</c:v>
                </c:pt>
                <c:pt idx="9">
                  <c:v>61.73</c:v>
                </c:pt>
                <c:pt idx="10">
                  <c:v>61.34</c:v>
                </c:pt>
                <c:pt idx="11">
                  <c:v>61.19</c:v>
                </c:pt>
                <c:pt idx="12">
                  <c:v>60.99</c:v>
                </c:pt>
                <c:pt idx="13">
                  <c:v>59.63</c:v>
                </c:pt>
                <c:pt idx="14">
                  <c:v>58.45</c:v>
                </c:pt>
                <c:pt idx="15">
                  <c:v>58.29</c:v>
                </c:pt>
                <c:pt idx="16">
                  <c:v>56.03</c:v>
                </c:pt>
                <c:pt idx="17">
                  <c:v>54.73</c:v>
                </c:pt>
                <c:pt idx="18">
                  <c:v>53.66</c:v>
                </c:pt>
                <c:pt idx="19">
                  <c:v>54.45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432-4F00-9077-D08B205520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Share of 0.1% formulation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Epinastine GE%</c:v>
                </c:pt>
              </c:strCache>
            </c:strRef>
          </c:tx>
          <c:spPr>
            <a:ln w="28575">
              <a:solidFill>
                <a:srgbClr val="2E75B6"/>
              </a:solidFill>
            </a:ln>
          </c:spPr>
          <c:marker>
            <c:symbol val="circle"/>
            <c:size val="5"/>
            <c:spPr>
              <a:solidFill>
                <a:srgbClr val="2E75B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19.643294250642398</c:v>
                </c:pt>
                <c:pt idx="7">
                  <c:v>5.8558260773047266E-3</c:v>
                </c:pt>
                <c:pt idx="8">
                  <c:v>4.5025264841775936E-3</c:v>
                </c:pt>
                <c:pt idx="9">
                  <c:v>3.0735316025243264E-3</c:v>
                </c:pt>
              </c:numLit>
            </c:plus>
            <c:minus>
              <c:numLit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14.900989439366333</c:v>
                </c:pt>
                <c:pt idx="7">
                  <c:v>30.053308192957257</c:v>
                </c:pt>
                <c:pt idx="8">
                  <c:v>29.384540638078981</c:v>
                </c:pt>
                <c:pt idx="9">
                  <c:v>54.524049254608563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1C-45D7-AE4B-EF08D0DD81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Olopatadine GE%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23.920837760317362</c:v>
                </c:pt>
                <c:pt idx="7">
                  <c:v>1.2400463106985171E-3</c:v>
                </c:pt>
                <c:pt idx="8">
                  <c:v>1.1251508273488753E-3</c:v>
                </c:pt>
                <c:pt idx="9">
                  <c:v>7.7045743790904453E-4</c:v>
                </c:pt>
              </c:numLit>
            </c:plus>
            <c:minus>
              <c:numLit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20.212864170541529</c:v>
                </c:pt>
                <c:pt idx="7">
                  <c:v>69.075488740185136</c:v>
                </c:pt>
                <c:pt idx="8">
                  <c:v>74.391221504712846</c:v>
                </c:pt>
                <c:pt idx="9">
                  <c:v>83.059252441369622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1C-45D7-AE4B-EF08D0DD81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Levocabastine GE%</c:v>
                </c:pt>
              </c:strCache>
            </c:strRef>
          </c:tx>
          <c:spPr>
            <a:ln w="28575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0"/>
                <c:pt idx="0">
                  <c:v>21.145856083104821</c:v>
                </c:pt>
                <c:pt idx="1">
                  <c:v>20.778856924117918</c:v>
                </c:pt>
                <c:pt idx="2">
                  <c:v>21.226792239634463</c:v>
                </c:pt>
                <c:pt idx="3">
                  <c:v>18.531993005315492</c:v>
                </c:pt>
                <c:pt idx="4">
                  <c:v>20.22615428174192</c:v>
                </c:pt>
                <c:pt idx="5">
                  <c:v>20.514711914946318</c:v>
                </c:pt>
                <c:pt idx="6">
                  <c:v>34.710172746525053</c:v>
                </c:pt>
                <c:pt idx="7">
                  <c:v>9.7296681600909096E-3</c:v>
                </c:pt>
                <c:pt idx="8">
                  <c:v>8.6371110915308691E-3</c:v>
                </c:pt>
                <c:pt idx="9">
                  <c:v>6.0841766120631746E-3</c:v>
                </c:pt>
              </c:numLit>
            </c:plus>
            <c:minus>
              <c:numLit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31.244259738581459</c:v>
                </c:pt>
                <c:pt idx="1">
                  <c:v>40.004697250503497</c:v>
                </c:pt>
                <c:pt idx="2">
                  <c:v>43.494126717854357</c:v>
                </c:pt>
                <c:pt idx="3">
                  <c:v>48.989281209840762</c:v>
                </c:pt>
                <c:pt idx="4">
                  <c:v>52.550284484731243</c:v>
                </c:pt>
                <c:pt idx="5">
                  <c:v>56.02857351119205</c:v>
                </c:pt>
                <c:pt idx="6">
                  <c:v>44.557449662217103</c:v>
                </c:pt>
                <c:pt idx="7">
                  <c:v>66.047620200275219</c:v>
                </c:pt>
                <c:pt idx="8">
                  <c:v>67.962526368424278</c:v>
                </c:pt>
                <c:pt idx="9">
                  <c:v>74.65372414070373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1C-45D7-AE4B-EF08D0DD8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Generic share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0.1% brand (%)</c:v>
                </c:pt>
              </c:strCache>
            </c:strRef>
          </c:tx>
          <c:spPr>
            <a:ln w="28575">
              <a:solidFill>
                <a:srgbClr val="2E75B6"/>
              </a:solidFill>
            </a:ln>
          </c:spPr>
          <c:marker>
            <c:symbol val="circle"/>
            <c:size val="5"/>
            <c:spPr>
              <a:solidFill>
                <a:srgbClr val="2E75B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4.4908035638190569E-2</c:v>
                </c:pt>
                <c:pt idx="6">
                  <c:v>2.8428206762853847E-3</c:v>
                </c:pt>
                <c:pt idx="7">
                  <c:v>0</c:v>
                </c:pt>
                <c:pt idx="8">
                  <c:v>0</c:v>
                </c:pt>
                <c:pt idx="9">
                  <c:v>5.1366274421390301E-2</c:v>
                </c:pt>
                <c:pt idx="10">
                  <c:v>1.0355116954940513E-2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2.616155172263035E-2</c:v>
                </c:pt>
                <c:pt idx="8">
                  <c:v>5.7203922991320155E-3</c:v>
                </c:pt>
                <c:pt idx="9">
                  <c:v>0</c:v>
                </c:pt>
                <c:pt idx="10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19.2</c:v>
                </c:pt>
                <c:pt idx="6">
                  <c:v>50.8</c:v>
                </c:pt>
                <c:pt idx="7">
                  <c:v>60</c:v>
                </c:pt>
                <c:pt idx="8">
                  <c:v>57.6</c:v>
                </c:pt>
                <c:pt idx="9">
                  <c:v>61.2</c:v>
                </c:pt>
                <c:pt idx="10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03-42ED-90DF-3724AA7205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0.1% generic (%)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2.3105848433406351E-2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03-42ED-90DF-3724AA7205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0.05% brand (%)</c:v>
                </c:pt>
              </c:strCache>
            </c:strRef>
          </c:tx>
          <c:spPr>
            <a:ln w="28575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2.5172112356301568E-2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4.4908035638187016E-2</c:v>
                </c:pt>
                <c:pt idx="6">
                  <c:v>2.8428206762640684E-3</c:v>
                </c:pt>
                <c:pt idx="7">
                  <c:v>0</c:v>
                </c:pt>
                <c:pt idx="8">
                  <c:v>5.344362673544012E-2</c:v>
                </c:pt>
                <c:pt idx="9">
                  <c:v>3.6503978320082453E-2</c:v>
                </c:pt>
                <c:pt idx="10">
                  <c:v>3.4773768587983866E-2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80.8</c:v>
                </c:pt>
                <c:pt idx="6">
                  <c:v>49.2</c:v>
                </c:pt>
                <c:pt idx="7">
                  <c:v>25.1</c:v>
                </c:pt>
                <c:pt idx="8">
                  <c:v>12.4</c:v>
                </c:pt>
                <c:pt idx="9">
                  <c:v>9.4</c:v>
                </c:pt>
                <c:pt idx="10">
                  <c:v>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03-42ED-90DF-3724AA7205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0.05% generic (%)</c:v>
                </c:pt>
              </c:strCache>
            </c:strRef>
          </c:tx>
          <c:spPr>
            <a:ln w="28575">
              <a:solidFill>
                <a:srgbClr val="548235"/>
              </a:solidFill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9.894393663323342E-4</c:v>
                </c:pt>
                <c:pt idx="8">
                  <c:v>5.9164019034568582E-2</c:v>
                </c:pt>
                <c:pt idx="9">
                  <c:v>0</c:v>
                </c:pt>
                <c:pt idx="10">
                  <c:v>5.7460164963707427E-3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1.5459361921006831E-2</c:v>
                </c:pt>
                <c:pt idx="10">
                  <c:v>0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14.9</c:v>
                </c:pt>
                <c:pt idx="8">
                  <c:v>30</c:v>
                </c:pt>
                <c:pt idx="9">
                  <c:v>29.4</c:v>
                </c:pt>
                <c:pt idx="10">
                  <c:v>29.5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03-42ED-90DF-3724AA7205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Share within epinastine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TOP3</c:v>
                </c:pt>
              </c:strCache>
            </c:strRef>
          </c:tx>
          <c:spPr>
            <a:ln w="28575">
              <a:solidFill>
                <a:srgbClr val="2E75B6"/>
              </a:solidFill>
            </a:ln>
          </c:spPr>
          <c:marker>
            <c:symbol val="circle"/>
            <c:size val="5"/>
            <c:spPr>
              <a:solidFill>
                <a:srgbClr val="2E75B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2.1567927990631675E-4</c:v>
                </c:pt>
                <c:pt idx="1">
                  <c:v>0.34611577159056284</c:v>
                </c:pt>
                <c:pt idx="2">
                  <c:v>0.19750108531352981</c:v>
                </c:pt>
                <c:pt idx="3">
                  <c:v>0.17859771286028642</c:v>
                </c:pt>
                <c:pt idx="4">
                  <c:v>1.7896424916174075E-3</c:v>
                </c:pt>
                <c:pt idx="5">
                  <c:v>1.0593616024899971E-3</c:v>
                </c:pt>
                <c:pt idx="6">
                  <c:v>2.3535923135553916E-3</c:v>
                </c:pt>
                <c:pt idx="7">
                  <c:v>7.4117824785480124E-4</c:v>
                </c:pt>
                <c:pt idx="8">
                  <c:v>9.668509095840605E-3</c:v>
                </c:pt>
                <c:pt idx="9">
                  <c:v>1.3136573699569595E-2</c:v>
                </c:pt>
                <c:pt idx="10">
                  <c:v>1.345699779335939E-2</c:v>
                </c:pt>
              </c:numLit>
            </c:plus>
            <c:minus>
              <c:numLit>
                <c:formatCode>General</c:formatCode>
                <c:ptCount val="11"/>
                <c:pt idx="0">
                  <c:v>1.368638065176897E-3</c:v>
                </c:pt>
                <c:pt idx="1">
                  <c:v>0</c:v>
                </c:pt>
                <c:pt idx="2">
                  <c:v>6.9324523939785082E-3</c:v>
                </c:pt>
                <c:pt idx="3">
                  <c:v>1.1206955797893089E-2</c:v>
                </c:pt>
                <c:pt idx="4">
                  <c:v>6.5554215436464114E-3</c:v>
                </c:pt>
                <c:pt idx="5">
                  <c:v>4.1510376715742092E-3</c:v>
                </c:pt>
                <c:pt idx="6">
                  <c:v>7.1826704803465979E-3</c:v>
                </c:pt>
                <c:pt idx="7">
                  <c:v>3.5527844476039988E-3</c:v>
                </c:pt>
                <c:pt idx="8">
                  <c:v>2.3751502916854003E-2</c:v>
                </c:pt>
                <c:pt idx="9">
                  <c:v>3.416830235198981E-2</c:v>
                </c:pt>
                <c:pt idx="10">
                  <c:v>3.2074438998552099E-2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0.1322653676346971</c:v>
                </c:pt>
                <c:pt idx="1">
                  <c:v>0.1167435141702661</c:v>
                </c:pt>
                <c:pt idx="2">
                  <c:v>0.1184240794909078</c:v>
                </c:pt>
                <c:pt idx="3">
                  <c:v>0.1234987951064573</c:v>
                </c:pt>
                <c:pt idx="4">
                  <c:v>0.12352157601130891</c:v>
                </c:pt>
                <c:pt idx="5">
                  <c:v>0.1092408402280582</c:v>
                </c:pt>
                <c:pt idx="6">
                  <c:v>0.115697917170792</c:v>
                </c:pt>
                <c:pt idx="7">
                  <c:v>0.10972403238668881</c:v>
                </c:pt>
                <c:pt idx="8">
                  <c:v>0.1134894622579216</c:v>
                </c:pt>
                <c:pt idx="9">
                  <c:v>0.1187726910882811</c:v>
                </c:pt>
                <c:pt idx="10">
                  <c:v>0.1165175301535807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70-46B1-9200-61D1AA620A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Epinastine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5.3881262624508042E-3</c:v>
                </c:pt>
                <c:pt idx="3">
                  <c:v>2.9716145222586088E-3</c:v>
                </c:pt>
                <c:pt idx="4">
                  <c:v>1.8458734168368962E-3</c:v>
                </c:pt>
                <c:pt idx="5">
                  <c:v>2.3240212353000944E-3</c:v>
                </c:pt>
                <c:pt idx="6">
                  <c:v>2.2645218982942916E-3</c:v>
                </c:pt>
                <c:pt idx="7">
                  <c:v>1.3761151990795972E-3</c:v>
                </c:pt>
                <c:pt idx="8">
                  <c:v>5.8602333139124163E-3</c:v>
                </c:pt>
                <c:pt idx="9">
                  <c:v>5.7942100894814996E-3</c:v>
                </c:pt>
                <c:pt idx="10">
                  <c:v>6.7694383753867937E-3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1.6291801872086481E-2</c:v>
                </c:pt>
                <c:pt idx="3">
                  <c:v>1.1523605036928314E-2</c:v>
                </c:pt>
                <c:pt idx="4">
                  <c:v>9.3899064449353975E-3</c:v>
                </c:pt>
                <c:pt idx="5">
                  <c:v>1.0289194645992705E-2</c:v>
                </c:pt>
                <c:pt idx="6">
                  <c:v>7.7412487873572133E-3</c:v>
                </c:pt>
                <c:pt idx="7">
                  <c:v>5.2075140989640001E-3</c:v>
                </c:pt>
                <c:pt idx="8">
                  <c:v>1.6277416292549987E-2</c:v>
                </c:pt>
                <c:pt idx="9">
                  <c:v>1.9622976079224794E-2</c:v>
                </c:pt>
                <c:pt idx="10">
                  <c:v>2.1811941272360719E-2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0.23479487944835059</c:v>
                </c:pt>
                <c:pt idx="1">
                  <c:v>0.1527275859488027</c:v>
                </c:pt>
                <c:pt idx="2">
                  <c:v>0.15464379551145879</c:v>
                </c:pt>
                <c:pt idx="3">
                  <c:v>0.1607801800549912</c:v>
                </c:pt>
                <c:pt idx="4">
                  <c:v>0.15485145209410139</c:v>
                </c:pt>
                <c:pt idx="5">
                  <c:v>0.1404459920291857</c:v>
                </c:pt>
                <c:pt idx="6">
                  <c:v>0.1398228874938727</c:v>
                </c:pt>
                <c:pt idx="7">
                  <c:v>0.13558740931920771</c:v>
                </c:pt>
                <c:pt idx="8">
                  <c:v>0.12868513095869949</c:v>
                </c:pt>
                <c:pt idx="9">
                  <c:v>0.1351314593736013</c:v>
                </c:pt>
                <c:pt idx="10">
                  <c:v>0.13268842009458681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70-46B1-9200-61D1AA620A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Olopatadine</c:v>
                </c:pt>
              </c:strCache>
            </c:strRef>
          </c:tx>
          <c:spPr>
            <a:ln w="28575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5.3394966099240548E-4</c:v>
                </c:pt>
                <c:pt idx="1">
                  <c:v>5.2592155207469016E-4</c:v>
                </c:pt>
                <c:pt idx="2">
                  <c:v>4.8166156280370076E-4</c:v>
                </c:pt>
                <c:pt idx="3">
                  <c:v>1.5673082455490428E-4</c:v>
                </c:pt>
                <c:pt idx="4">
                  <c:v>1.1406912473460595E-4</c:v>
                </c:pt>
                <c:pt idx="5">
                  <c:v>1.6929602630519347E-4</c:v>
                </c:pt>
                <c:pt idx="6">
                  <c:v>1.3717719747699531E-4</c:v>
                </c:pt>
                <c:pt idx="7">
                  <c:v>3.0982238347669611E-4</c:v>
                </c:pt>
                <c:pt idx="8">
                  <c:v>1.0794555863566202E-2</c:v>
                </c:pt>
                <c:pt idx="9">
                  <c:v>1.6155202769630492E-2</c:v>
                </c:pt>
                <c:pt idx="10">
                  <c:v>2.1344955792137313E-2</c:v>
                </c:pt>
              </c:numLit>
            </c:plus>
            <c:minus>
              <c:numLit>
                <c:formatCode>General</c:formatCode>
                <c:ptCount val="11"/>
                <c:pt idx="0">
                  <c:v>1.8522096202764071E-3</c:v>
                </c:pt>
                <c:pt idx="1">
                  <c:v>1.8882464607124089E-3</c:v>
                </c:pt>
                <c:pt idx="2">
                  <c:v>1.2445313039561035E-3</c:v>
                </c:pt>
                <c:pt idx="3">
                  <c:v>8.1862582984899845E-4</c:v>
                </c:pt>
                <c:pt idx="4">
                  <c:v>4.9159606537708955E-4</c:v>
                </c:pt>
                <c:pt idx="5">
                  <c:v>7.1276207094170263E-4</c:v>
                </c:pt>
                <c:pt idx="6">
                  <c:v>6.3366453566930658E-4</c:v>
                </c:pt>
                <c:pt idx="7">
                  <c:v>1.7983109973812028E-3</c:v>
                </c:pt>
                <c:pt idx="8">
                  <c:v>2.4752409702235106E-2</c:v>
                </c:pt>
                <c:pt idx="9">
                  <c:v>3.74742057316617E-2</c:v>
                </c:pt>
                <c:pt idx="10">
                  <c:v>3.9184443900502602E-2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0.1307035929231552</c:v>
                </c:pt>
                <c:pt idx="1">
                  <c:v>0.1167667037913882</c:v>
                </c:pt>
                <c:pt idx="2">
                  <c:v>0.11189654160869091</c:v>
                </c:pt>
                <c:pt idx="3">
                  <c:v>0.1168098560789181</c:v>
                </c:pt>
                <c:pt idx="4">
                  <c:v>0.1202514789112813</c:v>
                </c:pt>
                <c:pt idx="5">
                  <c:v>0.1057580688555777</c:v>
                </c:pt>
                <c:pt idx="6">
                  <c:v>0.1131871184214379</c:v>
                </c:pt>
                <c:pt idx="7">
                  <c:v>0.10505060053649611</c:v>
                </c:pt>
                <c:pt idx="8">
                  <c:v>0.1121406525199312</c:v>
                </c:pt>
                <c:pt idx="9">
                  <c:v>0.1179284481925202</c:v>
                </c:pt>
                <c:pt idx="10">
                  <c:v>0.1177040415978559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370-46B1-9200-61D1AA620AE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Levocabastine</c:v>
                </c:pt>
              </c:strCache>
            </c:strRef>
          </c:tx>
          <c:spPr>
            <a:ln w="28575">
              <a:solidFill>
                <a:srgbClr val="548235"/>
              </a:solidFill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0.57930845658182961</c:v>
                </c:pt>
                <c:pt idx="2">
                  <c:v>0.45012143538276028</c:v>
                </c:pt>
                <c:pt idx="3">
                  <c:v>0.45102887489213728</c:v>
                </c:pt>
                <c:pt idx="4">
                  <c:v>5.4683113631645852E-3</c:v>
                </c:pt>
                <c:pt idx="5">
                  <c:v>2.3096113426981923E-4</c:v>
                </c:pt>
                <c:pt idx="6">
                  <c:v>1.0439694348359896E-2</c:v>
                </c:pt>
                <c:pt idx="7">
                  <c:v>1.5238815661211547E-4</c:v>
                </c:pt>
                <c:pt idx="8">
                  <c:v>3.675422923366739E-2</c:v>
                </c:pt>
                <c:pt idx="9">
                  <c:v>5.212228527289231E-2</c:v>
                </c:pt>
                <c:pt idx="10">
                  <c:v>5.1076690628770488E-2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2.1960417871815491E-2</c:v>
                </c:pt>
                <c:pt idx="5">
                  <c:v>1.6472853840215906E-3</c:v>
                </c:pt>
                <c:pt idx="6">
                  <c:v>2.8844562580959299E-2</c:v>
                </c:pt>
                <c:pt idx="7">
                  <c:v>2.5985465929536933E-3</c:v>
                </c:pt>
                <c:pt idx="8">
                  <c:v>6.8310150016597598E-2</c:v>
                </c:pt>
                <c:pt idx="9">
                  <c:v>7.9120701795859893E-2</c:v>
                </c:pt>
                <c:pt idx="10">
                  <c:v>7.2836456794742793E-2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0.1639935760358926</c:v>
                </c:pt>
                <c:pt idx="1">
                  <c:v>0.1535711576036457</c:v>
                </c:pt>
                <c:pt idx="2">
                  <c:v>0.1689901961778939</c:v>
                </c:pt>
                <c:pt idx="3">
                  <c:v>0.17004915770178461</c:v>
                </c:pt>
                <c:pt idx="4">
                  <c:v>0.1714391235695174</c:v>
                </c:pt>
                <c:pt idx="5">
                  <c:v>0.17139069914711039</c:v>
                </c:pt>
                <c:pt idx="6">
                  <c:v>0.18527912187165149</c:v>
                </c:pt>
                <c:pt idx="7">
                  <c:v>0.19157664989770609</c:v>
                </c:pt>
                <c:pt idx="8">
                  <c:v>0.17216271389464941</c:v>
                </c:pt>
                <c:pt idx="9">
                  <c:v>0.18192000920094839</c:v>
                </c:pt>
                <c:pt idx="10">
                  <c:v>0.1795490655521369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370-46B1-9200-61D1AA620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Gini coefficient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TOP3</c:v>
                </c:pt>
              </c:strCache>
            </c:strRef>
          </c:tx>
          <c:spPr>
            <a:ln w="28575">
              <a:solidFill>
                <a:srgbClr val="2E75B6"/>
              </a:solidFill>
            </a:ln>
          </c:spPr>
          <c:marker>
            <c:symbol val="circle"/>
            <c:size val="5"/>
            <c:spPr>
              <a:solidFill>
                <a:srgbClr val="2E75B6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3.5896399777229915E-4</c:v>
                </c:pt>
                <c:pt idx="1">
                  <c:v>0.92147051512156652</c:v>
                </c:pt>
                <c:pt idx="2">
                  <c:v>0.42973776111240775</c:v>
                </c:pt>
                <c:pt idx="3">
                  <c:v>0.38368403792901162</c:v>
                </c:pt>
                <c:pt idx="4">
                  <c:v>2.6372508409906181E-3</c:v>
                </c:pt>
                <c:pt idx="5">
                  <c:v>1.4633174244512992E-3</c:v>
                </c:pt>
                <c:pt idx="6">
                  <c:v>3.2628276619013075E-3</c:v>
                </c:pt>
                <c:pt idx="7">
                  <c:v>1.284280527243109E-3</c:v>
                </c:pt>
                <c:pt idx="8">
                  <c:v>1.5339785185838783E-2</c:v>
                </c:pt>
                <c:pt idx="9">
                  <c:v>1.9967517581717414E-2</c:v>
                </c:pt>
                <c:pt idx="10">
                  <c:v>2.1971520231446495E-2</c:v>
                </c:pt>
              </c:numLit>
            </c:plus>
            <c:minus>
              <c:numLit>
                <c:formatCode>General</c:formatCode>
                <c:ptCount val="11"/>
                <c:pt idx="0">
                  <c:v>2.4732027208714813E-3</c:v>
                </c:pt>
                <c:pt idx="1">
                  <c:v>0</c:v>
                </c:pt>
                <c:pt idx="2">
                  <c:v>1.2114431816952292E-2</c:v>
                </c:pt>
                <c:pt idx="3">
                  <c:v>2.2174728535862692E-2</c:v>
                </c:pt>
                <c:pt idx="4">
                  <c:v>1.0517581581509589E-2</c:v>
                </c:pt>
                <c:pt idx="5">
                  <c:v>6.7373984425455058E-3</c:v>
                </c:pt>
                <c:pt idx="6">
                  <c:v>1.1715272201169802E-2</c:v>
                </c:pt>
                <c:pt idx="7">
                  <c:v>6.1830385301891999E-3</c:v>
                </c:pt>
                <c:pt idx="8">
                  <c:v>3.867869938165272E-2</c:v>
                </c:pt>
                <c:pt idx="9">
                  <c:v>5.6182836515501711E-2</c:v>
                </c:pt>
                <c:pt idx="10">
                  <c:v>5.3217154492100183E-2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0.24342822358892999</c:v>
                </c:pt>
                <c:pt idx="1">
                  <c:v>0.21197483608257389</c:v>
                </c:pt>
                <c:pt idx="2">
                  <c:v>0.21518359599716269</c:v>
                </c:pt>
                <c:pt idx="3">
                  <c:v>0.22532028629281409</c:v>
                </c:pt>
                <c:pt idx="4">
                  <c:v>0.22402183670994799</c:v>
                </c:pt>
                <c:pt idx="5">
                  <c:v>0.2005876628320036</c:v>
                </c:pt>
                <c:pt idx="6">
                  <c:v>0.21012160457587739</c:v>
                </c:pt>
                <c:pt idx="7">
                  <c:v>0.197357390456252</c:v>
                </c:pt>
                <c:pt idx="8">
                  <c:v>0.20352316678130181</c:v>
                </c:pt>
                <c:pt idx="9">
                  <c:v>0.2129222350208026</c:v>
                </c:pt>
                <c:pt idx="10">
                  <c:v>0.2085193170136446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15-43A0-917C-584DADBD87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Epinastine</c:v>
                </c:pt>
              </c:strCache>
            </c:strRef>
          </c:tx>
          <c:spPr>
            <a:ln w="28575">
              <a:solidFill>
                <a:srgbClr val="ED7D31"/>
              </a:solidFill>
            </a:ln>
          </c:spPr>
          <c:marker>
            <c:symbol val="circle"/>
            <c:size val="5"/>
            <c:spPr>
              <a:solidFill>
                <a:srgbClr val="ED7D31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8.5897311762392903E-3</c:v>
                </c:pt>
                <c:pt idx="3">
                  <c:v>5.2004288154617884E-3</c:v>
                </c:pt>
                <c:pt idx="4">
                  <c:v>3.3813867762336747E-3</c:v>
                </c:pt>
                <c:pt idx="5">
                  <c:v>3.6979770454069749E-3</c:v>
                </c:pt>
                <c:pt idx="6">
                  <c:v>3.4807610653012633E-3</c:v>
                </c:pt>
                <c:pt idx="7">
                  <c:v>2.5162116393740164E-3</c:v>
                </c:pt>
                <c:pt idx="8">
                  <c:v>1.0004388722210711E-2</c:v>
                </c:pt>
                <c:pt idx="9">
                  <c:v>9.357793000675102E-3</c:v>
                </c:pt>
                <c:pt idx="10">
                  <c:v>1.1811865608537503E-2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2.6499735597520335E-2</c:v>
                </c:pt>
                <c:pt idx="3">
                  <c:v>1.8579117331323114E-2</c:v>
                </c:pt>
                <c:pt idx="4">
                  <c:v>1.5164398084246689E-2</c:v>
                </c:pt>
                <c:pt idx="5">
                  <c:v>1.649387847760142E-2</c:v>
                </c:pt>
                <c:pt idx="6">
                  <c:v>1.2659473177251412E-2</c:v>
                </c:pt>
                <c:pt idx="7">
                  <c:v>8.6203735565879847E-3</c:v>
                </c:pt>
                <c:pt idx="8">
                  <c:v>2.6515531309636298E-2</c:v>
                </c:pt>
                <c:pt idx="9">
                  <c:v>3.261922579413068E-2</c:v>
                </c:pt>
                <c:pt idx="10">
                  <c:v>3.5672151610898289E-2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0.41532855597680479</c:v>
                </c:pt>
                <c:pt idx="1">
                  <c:v>0.2735702736431434</c:v>
                </c:pt>
                <c:pt idx="2">
                  <c:v>0.27853951952429162</c:v>
                </c:pt>
                <c:pt idx="3">
                  <c:v>0.29670822180479711</c:v>
                </c:pt>
                <c:pt idx="4">
                  <c:v>0.2808006345576442</c:v>
                </c:pt>
                <c:pt idx="5">
                  <c:v>0.25587464763366791</c:v>
                </c:pt>
                <c:pt idx="6">
                  <c:v>0.25115594333624652</c:v>
                </c:pt>
                <c:pt idx="7">
                  <c:v>0.24199031080777109</c:v>
                </c:pt>
                <c:pt idx="8">
                  <c:v>0.22833831968513149</c:v>
                </c:pt>
                <c:pt idx="9">
                  <c:v>0.23930531575831249</c:v>
                </c:pt>
                <c:pt idx="10">
                  <c:v>0.23348269642660729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15-43A0-917C-584DADBD87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Olopatadine</c:v>
                </c:pt>
              </c:strCache>
            </c:strRef>
          </c:tx>
          <c:spPr>
            <a:ln w="28575">
              <a:solidFill>
                <a:srgbClr val="7030A0"/>
              </a:solidFill>
            </a:ln>
          </c:spPr>
          <c:marker>
            <c:symbol val="circle"/>
            <c:size val="5"/>
            <c:spPr>
              <a:solidFill>
                <a:srgbClr val="7030A0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7.1316215658198678E-4</c:v>
                </c:pt>
                <c:pt idx="1">
                  <c:v>6.8706871388440893E-4</c:v>
                </c:pt>
                <c:pt idx="2">
                  <c:v>7.5395801831609766E-4</c:v>
                </c:pt>
                <c:pt idx="3">
                  <c:v>2.4057933262369713E-4</c:v>
                </c:pt>
                <c:pt idx="4">
                  <c:v>1.6448405893221274E-4</c:v>
                </c:pt>
                <c:pt idx="5">
                  <c:v>2.5893948510899434E-4</c:v>
                </c:pt>
                <c:pt idx="6">
                  <c:v>1.9648305875188954E-4</c:v>
                </c:pt>
                <c:pt idx="7">
                  <c:v>3.9047400487052242E-4</c:v>
                </c:pt>
                <c:pt idx="8">
                  <c:v>1.5482371261810207E-2</c:v>
                </c:pt>
                <c:pt idx="9">
                  <c:v>2.3429802259640503E-2</c:v>
                </c:pt>
                <c:pt idx="10">
                  <c:v>3.0306206742559877E-2</c:v>
                </c:pt>
              </c:numLit>
            </c:plus>
            <c:minus>
              <c:numLit>
                <c:formatCode>General</c:formatCode>
                <c:ptCount val="11"/>
                <c:pt idx="0">
                  <c:v>3.3147053372294955E-3</c:v>
                </c:pt>
                <c:pt idx="1">
                  <c:v>3.6996535794102947E-3</c:v>
                </c:pt>
                <c:pt idx="2">
                  <c:v>2.6569633009710103E-3</c:v>
                </c:pt>
                <c:pt idx="3">
                  <c:v>1.626487428569412E-3</c:v>
                </c:pt>
                <c:pt idx="4">
                  <c:v>9.9526307902500499E-4</c:v>
                </c:pt>
                <c:pt idx="5">
                  <c:v>1.5277371976964993E-3</c:v>
                </c:pt>
                <c:pt idx="6">
                  <c:v>1.3578642409813046E-3</c:v>
                </c:pt>
                <c:pt idx="7">
                  <c:v>3.8718940648366784E-3</c:v>
                </c:pt>
                <c:pt idx="8">
                  <c:v>4.2042958783272077E-2</c:v>
                </c:pt>
                <c:pt idx="9">
                  <c:v>6.4680566214193713E-2</c:v>
                </c:pt>
                <c:pt idx="10">
                  <c:v>6.5996881906386723E-2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0.2376955486394971</c:v>
                </c:pt>
                <c:pt idx="1">
                  <c:v>0.2133914797458985</c:v>
                </c:pt>
                <c:pt idx="2">
                  <c:v>0.2081424777476453</c:v>
                </c:pt>
                <c:pt idx="3">
                  <c:v>0.213294962968957</c:v>
                </c:pt>
                <c:pt idx="4">
                  <c:v>0.2202520749881067</c:v>
                </c:pt>
                <c:pt idx="5">
                  <c:v>0.1952311735377926</c:v>
                </c:pt>
                <c:pt idx="6">
                  <c:v>0.2086107997042361</c:v>
                </c:pt>
                <c:pt idx="7">
                  <c:v>0.19610961502176319</c:v>
                </c:pt>
                <c:pt idx="8">
                  <c:v>0.20915356182836839</c:v>
                </c:pt>
                <c:pt idx="9">
                  <c:v>0.21758564870164321</c:v>
                </c:pt>
                <c:pt idx="10">
                  <c:v>0.21806765541770631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15-43A0-917C-584DADBD871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Levocabastine</c:v>
                </c:pt>
              </c:strCache>
            </c:strRef>
          </c:tx>
          <c:spPr>
            <a:ln w="28575">
              <a:solidFill>
                <a:srgbClr val="548235"/>
              </a:solidFill>
            </a:ln>
          </c:spPr>
          <c:marker>
            <c:symbol val="circle"/>
            <c:size val="5"/>
            <c:spPr>
              <a:solidFill>
                <a:srgbClr val="548235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11"/>
                <c:pt idx="0">
                  <c:v>0</c:v>
                </c:pt>
                <c:pt idx="1">
                  <c:v>2.9010612987332456</c:v>
                </c:pt>
                <c:pt idx="2">
                  <c:v>1.607948986800825</c:v>
                </c:pt>
                <c:pt idx="3">
                  <c:v>1.6257903480961031</c:v>
                </c:pt>
                <c:pt idx="4">
                  <c:v>8.8918271142804373E-3</c:v>
                </c:pt>
                <c:pt idx="5">
                  <c:v>4.0397238589168216E-4</c:v>
                </c:pt>
                <c:pt idx="6">
                  <c:v>1.918489607490087E-2</c:v>
                </c:pt>
                <c:pt idx="7">
                  <c:v>1.5006566883302153E-4</c:v>
                </c:pt>
                <c:pt idx="8">
                  <c:v>6.0064861485199295E-2</c:v>
                </c:pt>
                <c:pt idx="9">
                  <c:v>9.0392164732889413E-2</c:v>
                </c:pt>
                <c:pt idx="10">
                  <c:v>8.5822094777173619E-2</c:v>
                </c:pt>
              </c:numLit>
            </c:plus>
            <c:minus>
              <c:numLit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3.6718683671351671E-2</c:v>
                </c:pt>
                <c:pt idx="5">
                  <c:v>2.9009192626932023E-3</c:v>
                </c:pt>
                <c:pt idx="6">
                  <c:v>4.9393796396016432E-2</c:v>
                </c:pt>
                <c:pt idx="7">
                  <c:v>4.7349857331602241E-3</c:v>
                </c:pt>
                <c:pt idx="8">
                  <c:v>0.11663843237464702</c:v>
                </c:pt>
                <c:pt idx="9">
                  <c:v>0.141309212660225</c:v>
                </c:pt>
                <c:pt idx="10">
                  <c:v>0.13209900113747658</c:v>
                </c:pt>
              </c:numLit>
            </c:minus>
            <c:spPr>
              <a:ln w="12700" cap="flat">
                <a:solidFill>
                  <a:srgbClr val="404040"/>
                </a:solidFill>
              </a:ln>
            </c:spPr>
          </c:errBar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0.29196351415105032</c:v>
                </c:pt>
                <c:pt idx="1">
                  <c:v>0.27024064402643488</c:v>
                </c:pt>
                <c:pt idx="2">
                  <c:v>0.29465959661946428</c:v>
                </c:pt>
                <c:pt idx="3">
                  <c:v>0.29737116006063419</c:v>
                </c:pt>
                <c:pt idx="4">
                  <c:v>0.30412014954877409</c:v>
                </c:pt>
                <c:pt idx="5">
                  <c:v>0.30575180271125779</c:v>
                </c:pt>
                <c:pt idx="6">
                  <c:v>0.33087211820006901</c:v>
                </c:pt>
                <c:pt idx="7">
                  <c:v>0.3514293012382198</c:v>
                </c:pt>
                <c:pt idx="8">
                  <c:v>0.30549450996737931</c:v>
                </c:pt>
                <c:pt idx="9">
                  <c:v>0.3241926189126797</c:v>
                </c:pt>
                <c:pt idx="10">
                  <c:v>0.32231460598253459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15-43A0-917C-584DADBD8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/>
                  <a:t>Coefficient of variation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8640" y="2103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1A. Age-specific prescription volume per 100,000 population (FY2024)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89611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Interval = identification interval (lower bound = published value; upper bound accounts for suppressed cells). No bar is drawn: the true value lies somewhere inside the interval and its position is not identified.</a:t>
            </a:r>
          </a:p>
        </p:txBody>
      </p:sp>
      <p:graphicFrame>
        <p:nvGraphicFramePr>
          <p:cNvPr id="5" name="Chart 3"/>
          <p:cNvGraphicFramePr>
            <a:graphicFrameLocks noGrp="1"/>
          </p:cNvGraphicFramePr>
          <p:nvPr/>
        </p:nvGraphicFramePr>
        <p:xfrm>
          <a:off x="548640" y="2651760"/>
          <a:ext cx="11064240" cy="6217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1"/>
          <p:cNvSpPr txBox="1"/>
          <p:nvPr/>
        </p:nvSpPr>
        <p:spPr>
          <a:xfrm>
            <a:off x="548640" y="10332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1B. Age-specific volume per 100,000 by drug (FY2024)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548640" y="171907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Bars = lower bound (published value); whiskers = upper bound. Age 100+ excluded (interval exceeds 10x the lower bound).</a:t>
            </a:r>
          </a:p>
        </p:txBody>
      </p:sp>
      <p:graphicFrame>
        <p:nvGraphicFramePr>
          <p:cNvPr id="8" name="Chart 3"/>
          <p:cNvGraphicFramePr>
            <a:graphicFrameLocks noGrp="1"/>
          </p:cNvGraphicFramePr>
          <p:nvPr/>
        </p:nvGraphicFramePr>
        <p:xfrm>
          <a:off x="548640" y="10881360"/>
          <a:ext cx="11064240" cy="6217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1"/>
          <p:cNvSpPr txBox="1"/>
          <p:nvPr/>
        </p:nvSpPr>
        <p:spPr>
          <a:xfrm>
            <a:off x="548640" y="18562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1C. Share of each drug within the top-3 total, by age (FY2024)</a:t>
            </a:r>
          </a:p>
        </p:txBody>
      </p:sp>
      <p:sp>
        <p:nvSpPr>
          <p:cNvPr id="10" name="TextBox 2"/>
          <p:cNvSpPr txBox="1"/>
          <p:nvPr/>
        </p:nvSpPr>
        <p:spPr>
          <a:xfrm>
            <a:off x="548640" y="254203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Points = ratio of published values (lies between the bounds); whiskers = identification interval on both sides. Width 4.9-8.2 pp at age 0-4 and 23.0-26.9 pp at age 95-99; do not compare levels at 95+.</a:t>
            </a:r>
          </a:p>
        </p:txBody>
      </p:sp>
      <p:graphicFrame>
        <p:nvGraphicFramePr>
          <p:cNvPr id="11" name="Chart 3"/>
          <p:cNvGraphicFramePr>
            <a:graphicFrameLocks noGrp="1"/>
          </p:cNvGraphicFramePr>
          <p:nvPr/>
        </p:nvGraphicFramePr>
        <p:xfrm>
          <a:off x="548640" y="19110960"/>
          <a:ext cx="11064240" cy="6217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FigLabel"/>
          <p:cNvSpPr txBox="1"/>
          <p:nvPr/>
        </p:nvSpPr>
        <p:spPr>
          <a:xfrm>
            <a:off x="868680" y="777240"/>
            <a:ext cx="201168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Fig.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8640" y="2103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2. Sex- and age-specific volume per 100,000 (top 3 drugs, FY2024)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89611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Bars = lower bound (published value); whiskers = upper bound. Age 100+ excluded (+4,442% for males).</a:t>
            </a:r>
          </a:p>
        </p:txBody>
      </p:sp>
      <p:graphicFrame>
        <p:nvGraphicFramePr>
          <p:cNvPr id="5" name="Chart 3"/>
          <p:cNvGraphicFramePr>
            <a:graphicFrameLocks noGrp="1"/>
          </p:cNvGraphicFramePr>
          <p:nvPr/>
        </p:nvGraphicFramePr>
        <p:xfrm>
          <a:off x="548640" y="2651760"/>
          <a:ext cx="11064240" cy="6217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FigLabel"/>
          <p:cNvSpPr txBox="1"/>
          <p:nvPr/>
        </p:nvSpPr>
        <p:spPr>
          <a:xfrm>
            <a:off x="868680" y="777240"/>
            <a:ext cx="201168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Fig.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8640" y="21031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3A. Prefecture ranking (Epinastine + Olopatadine + Levocabastine, FY2024)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2199132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Bars = lower bound = published value, coloured by magnitude (warm = higher, cool = lower); whiskers = upper bound. Order is by lower bound and does not imply rank: ranks of prefectures with overlapping intervals are not identified.</a:t>
            </a:r>
          </a:p>
        </p:txBody>
      </p:sp>
      <p:graphicFrame>
        <p:nvGraphicFramePr>
          <p:cNvPr id="5" name="Chart 3"/>
          <p:cNvGraphicFramePr>
            <a:graphicFrameLocks noGrp="1"/>
          </p:cNvGraphicFramePr>
          <p:nvPr/>
        </p:nvGraphicFramePr>
        <p:xfrm>
          <a:off x="420624" y="3063240"/>
          <a:ext cx="7955280" cy="1874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1"/>
          <p:cNvSpPr txBox="1"/>
          <p:nvPr/>
        </p:nvSpPr>
        <p:spPr>
          <a:xfrm>
            <a:off x="896112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3B. Prefecture map (same colour gradient as Fig 3A)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8961120" y="130759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Colour = lower bound; hatching = the 21 prefectures whose interval width exceeds 10% of the lower bound (level and rank not identified). Prefecture = location of the facility/pharmacy, not the patient's residence.</a:t>
            </a:r>
          </a:p>
        </p:txBody>
      </p:sp>
      <p:pic>
        <p:nvPicPr>
          <p:cNvPr id="8" name="Picture 3" descr="Figure3B_map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063240"/>
            <a:ext cx="9326880" cy="9820656"/>
          </a:xfrm>
          <a:prstGeom prst="rect">
            <a:avLst/>
          </a:prstGeom>
        </p:spPr>
      </p:pic>
      <p:sp>
        <p:nvSpPr>
          <p:cNvPr id="9" name="FigLabel"/>
          <p:cNvSpPr txBox="1"/>
          <p:nvPr/>
        </p:nvSpPr>
        <p:spPr>
          <a:xfrm>
            <a:off x="868680" y="777240"/>
            <a:ext cx="201168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Fig.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8640" y="2103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4A. Trends in volume per 100,000, FY2014-2024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89611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Points = lower bound (published value); whiskers = upper bound, including the rank-based bound for non-listed products in FY2021 and earlier. FY2014 top-3 total: upper bound is 1.9x the lower bound.</a:t>
            </a:r>
          </a:p>
        </p:txBody>
      </p:sp>
      <p:graphicFrame>
        <p:nvGraphicFramePr>
          <p:cNvPr id="5" name="Chart 3"/>
          <p:cNvGraphicFramePr>
            <a:graphicFrameLocks noGrp="1"/>
          </p:cNvGraphicFramePr>
          <p:nvPr/>
        </p:nvGraphicFramePr>
        <p:xfrm>
          <a:off x="548640" y="2651760"/>
          <a:ext cx="11064240" cy="6217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1"/>
          <p:cNvSpPr txBox="1"/>
          <p:nvPr/>
        </p:nvSpPr>
        <p:spPr>
          <a:xfrm>
            <a:off x="548640" y="10332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4B. Share within the top 3 drugs, FY2014-2024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548640" y="171907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Points = ratio of published values; whiskers = identification interval on both sides. Width &lt;0.01 pp from FY2022 but up to 37.7 pp in FY2014. Values for FY2021 and earlier are affected by the top-N cut-off.</a:t>
            </a:r>
          </a:p>
        </p:txBody>
      </p:sp>
      <p:graphicFrame>
        <p:nvGraphicFramePr>
          <p:cNvPr id="8" name="Chart 3"/>
          <p:cNvGraphicFramePr>
            <a:graphicFrameLocks noGrp="1"/>
          </p:cNvGraphicFramePr>
          <p:nvPr/>
        </p:nvGraphicFramePr>
        <p:xfrm>
          <a:off x="548640" y="10881360"/>
          <a:ext cx="11064240" cy="6217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FigLabel"/>
          <p:cNvSpPr txBox="1"/>
          <p:nvPr/>
        </p:nvSpPr>
        <p:spPr>
          <a:xfrm>
            <a:off x="868680" y="777240"/>
            <a:ext cx="201168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Fig.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8640" y="2103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5A. Epinastine: share of the 0.1% (high-concentration) formulation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89611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National totals are published, so the interval width is &lt;0.01 pp in every fiscal year; the whiskers are not visible at this scale.</a:t>
            </a:r>
          </a:p>
        </p:txBody>
      </p:sp>
      <p:graphicFrame>
        <p:nvGraphicFramePr>
          <p:cNvPr id="5" name="Chart 3"/>
          <p:cNvGraphicFramePr>
            <a:graphicFrameLocks noGrp="1"/>
          </p:cNvGraphicFramePr>
          <p:nvPr/>
        </p:nvGraphicFramePr>
        <p:xfrm>
          <a:off x="548640" y="2651760"/>
          <a:ext cx="11064240" cy="6217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1"/>
          <p:cNvSpPr txBox="1"/>
          <p:nvPr/>
        </p:nvSpPr>
        <p:spPr>
          <a:xfrm>
            <a:off x="548640" y="10332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5B. Epinastine: share of the 0.1% formulation by age (FY2024)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548640" y="171907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Bars = ratio of published values; whiskers = identification interval on both sides. Age 100+ excluded (the 0.05% cell is suppressed, making the share appear to be 100%).</a:t>
            </a:r>
          </a:p>
        </p:txBody>
      </p:sp>
      <p:graphicFrame>
        <p:nvGraphicFramePr>
          <p:cNvPr id="8" name="Chart 3"/>
          <p:cNvGraphicFramePr>
            <a:graphicFrameLocks noGrp="1"/>
          </p:cNvGraphicFramePr>
          <p:nvPr/>
        </p:nvGraphicFramePr>
        <p:xfrm>
          <a:off x="548640" y="10881360"/>
          <a:ext cx="11064240" cy="6217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FigLabel"/>
          <p:cNvSpPr txBox="1"/>
          <p:nvPr/>
        </p:nvSpPr>
        <p:spPr>
          <a:xfrm>
            <a:off x="868680" y="777240"/>
            <a:ext cx="201168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Fig.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8640" y="2103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6A. Generic share by drug, FY2015-2024 (combined identification interval)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89611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Points = lower bound = published value; whiskers = identification interval combining censored totals AND products absent from NDB under the top-N cut-off (FY2021 and earlier). Max width 34.7 pp (Levocabastine FY2021); &lt;=0.01 pp for FY2022-2024. Zero width in FY2015-2020 for epinastine and olopatadine means no generic was on the NHI price list (a true 0%). THE UPPER BOUND IS ITSELF A LOWER BOUND: the count of absent products is a minimum (brand/Y-code unit).</a:t>
            </a:r>
          </a:p>
        </p:txBody>
      </p:sp>
      <p:graphicFrame>
        <p:nvGraphicFramePr>
          <p:cNvPr id="5" name="Chart 3"/>
          <p:cNvGraphicFramePr>
            <a:graphicFrameLocks noGrp="1"/>
          </p:cNvGraphicFramePr>
          <p:nvPr/>
        </p:nvGraphicFramePr>
        <p:xfrm>
          <a:off x="548640" y="2651760"/>
          <a:ext cx="11064240" cy="6217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1"/>
          <p:cNvSpPr txBox="1"/>
          <p:nvPr/>
        </p:nvSpPr>
        <p:spPr>
          <a:xfrm>
            <a:off x="548640" y="10332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6B. Epinastine: brand/generic x 0.1%/0.05% composition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548640" y="171907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National totals are published, so the interval width is &lt;0.01 pp. The 0.1% generic first appears in FY2024 (listed 6 Dec 2024, about four months of the fiscal year).</a:t>
            </a:r>
          </a:p>
        </p:txBody>
      </p:sp>
      <p:graphicFrame>
        <p:nvGraphicFramePr>
          <p:cNvPr id="8" name="Chart 3"/>
          <p:cNvGraphicFramePr>
            <a:graphicFrameLocks noGrp="1"/>
          </p:cNvGraphicFramePr>
          <p:nvPr/>
        </p:nvGraphicFramePr>
        <p:xfrm>
          <a:off x="548640" y="10881360"/>
          <a:ext cx="11064240" cy="6217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FigLabel"/>
          <p:cNvSpPr txBox="1"/>
          <p:nvPr/>
        </p:nvSpPr>
        <p:spPr>
          <a:xfrm>
            <a:off x="868680" y="777240"/>
            <a:ext cx="201168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Fig.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8640" y="2103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7A. Between-prefecture Gini coefficient, FY2014-2024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89611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Points = value computed from the lower bounds (published values); whiskers = min/max the index can take while every prefecture stays inside its interval. Prefecture-level intervals exclude the non-listing adjustment, so the comparable start year differs by drug: FY2014 for epinastine and olopatadine, FY2022 for levocabastine and the top-3 total.</a:t>
            </a:r>
          </a:p>
        </p:txBody>
      </p:sp>
      <p:graphicFrame>
        <p:nvGraphicFramePr>
          <p:cNvPr id="5" name="Chart 3"/>
          <p:cNvGraphicFramePr>
            <a:graphicFrameLocks noGrp="1"/>
          </p:cNvGraphicFramePr>
          <p:nvPr/>
        </p:nvGraphicFramePr>
        <p:xfrm>
          <a:off x="548640" y="2651760"/>
          <a:ext cx="11064240" cy="6217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1"/>
          <p:cNvSpPr txBox="1"/>
          <p:nvPr/>
        </p:nvSpPr>
        <p:spPr>
          <a:xfrm>
            <a:off x="548640" y="10332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Arial"/>
              </a:rPr>
              <a:t>Fig 7B. Between-prefecture coefficient of variation, FY2014-2024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548640" y="171907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Arial"/>
              </a:rPr>
              <a:t>Same construction as Fig 7A. Levocabastine has the widest intervals (small volume, high proportion of suppressed cells); its CV upper bound reaches 1.9-3.2 in FY2015-2017 and may fall outside the plotted range.</a:t>
            </a:r>
          </a:p>
        </p:txBody>
      </p:sp>
      <p:graphicFrame>
        <p:nvGraphicFramePr>
          <p:cNvPr id="8" name="Chart 3"/>
          <p:cNvGraphicFramePr>
            <a:graphicFrameLocks noGrp="1"/>
          </p:cNvGraphicFramePr>
          <p:nvPr/>
        </p:nvGraphicFramePr>
        <p:xfrm>
          <a:off x="548640" y="10881360"/>
          <a:ext cx="11064240" cy="6217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FigLabel"/>
          <p:cNvSpPr txBox="1"/>
          <p:nvPr/>
        </p:nvSpPr>
        <p:spPr>
          <a:xfrm>
            <a:off x="868680" y="777240"/>
            <a:ext cx="201168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Fig.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805</Words>
  <Application>Microsoft Office PowerPoint</Application>
  <PresentationFormat>ワイド画面</PresentationFormat>
  <Paragraphs>41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坂口　秀人</cp:lastModifiedBy>
  <cp:revision>2</cp:revision>
  <dcterms:created xsi:type="dcterms:W3CDTF">2013-01-27T09:14:16Z</dcterms:created>
  <dcterms:modified xsi:type="dcterms:W3CDTF">2026-09-01T07:48:43Z</dcterms:modified>
  <cp:category/>
</cp:coreProperties>
</file>